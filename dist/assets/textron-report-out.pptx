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56" r:id="rId2"/>
    <p:sldId id="328" r:id="rId3"/>
    <p:sldId id="405" r:id="rId4"/>
    <p:sldId id="280" r:id="rId5"/>
    <p:sldId id="404" r:id="rId6"/>
    <p:sldId id="420" r:id="rId7"/>
    <p:sldId id="415" r:id="rId8"/>
    <p:sldId id="418" r:id="rId9"/>
    <p:sldId id="419" r:id="rId10"/>
    <p:sldId id="417" r:id="rId11"/>
    <p:sldId id="261" r:id="rId12"/>
    <p:sldId id="267" r:id="rId13"/>
  </p:sldIdLst>
  <p:sldSz cx="12188825" cy="6858000"/>
  <p:notesSz cx="6858000" cy="9144000"/>
  <p:defaultTextStyle>
    <a:defPPr>
      <a:defRPr lang="en-US"/>
    </a:defPPr>
    <a:lvl1pPr marL="0" algn="l" defTabSz="914361" rtl="0" eaLnBrk="1" latinLnBrk="0" hangingPunct="1">
      <a:defRPr sz="1900" kern="1200">
        <a:solidFill>
          <a:schemeClr val="tx1"/>
        </a:solidFill>
        <a:latin typeface="+mn-lt"/>
        <a:ea typeface="+mn-ea"/>
        <a:cs typeface="+mn-cs"/>
      </a:defRPr>
    </a:lvl1pPr>
    <a:lvl2pPr marL="457181" algn="l" defTabSz="914361" rtl="0" eaLnBrk="1" latinLnBrk="0" hangingPunct="1">
      <a:defRPr sz="1900" kern="1200">
        <a:solidFill>
          <a:schemeClr val="tx1"/>
        </a:solidFill>
        <a:latin typeface="+mn-lt"/>
        <a:ea typeface="+mn-ea"/>
        <a:cs typeface="+mn-cs"/>
      </a:defRPr>
    </a:lvl2pPr>
    <a:lvl3pPr marL="914361" algn="l" defTabSz="914361" rtl="0" eaLnBrk="1" latinLnBrk="0" hangingPunct="1">
      <a:defRPr sz="1900" kern="1200">
        <a:solidFill>
          <a:schemeClr val="tx1"/>
        </a:solidFill>
        <a:latin typeface="+mn-lt"/>
        <a:ea typeface="+mn-ea"/>
        <a:cs typeface="+mn-cs"/>
      </a:defRPr>
    </a:lvl3pPr>
    <a:lvl4pPr marL="1371543" algn="l" defTabSz="914361" rtl="0" eaLnBrk="1" latinLnBrk="0" hangingPunct="1">
      <a:defRPr sz="1900" kern="1200">
        <a:solidFill>
          <a:schemeClr val="tx1"/>
        </a:solidFill>
        <a:latin typeface="+mn-lt"/>
        <a:ea typeface="+mn-ea"/>
        <a:cs typeface="+mn-cs"/>
      </a:defRPr>
    </a:lvl4pPr>
    <a:lvl5pPr marL="1828724" algn="l" defTabSz="914361" rtl="0" eaLnBrk="1" latinLnBrk="0" hangingPunct="1">
      <a:defRPr sz="1900" kern="1200">
        <a:solidFill>
          <a:schemeClr val="tx1"/>
        </a:solidFill>
        <a:latin typeface="+mn-lt"/>
        <a:ea typeface="+mn-ea"/>
        <a:cs typeface="+mn-cs"/>
      </a:defRPr>
    </a:lvl5pPr>
    <a:lvl6pPr marL="2285905" algn="l" defTabSz="914361" rtl="0" eaLnBrk="1" latinLnBrk="0" hangingPunct="1">
      <a:defRPr sz="1900" kern="1200">
        <a:solidFill>
          <a:schemeClr val="tx1"/>
        </a:solidFill>
        <a:latin typeface="+mn-lt"/>
        <a:ea typeface="+mn-ea"/>
        <a:cs typeface="+mn-cs"/>
      </a:defRPr>
    </a:lvl6pPr>
    <a:lvl7pPr marL="2743085" algn="l" defTabSz="914361" rtl="0" eaLnBrk="1" latinLnBrk="0" hangingPunct="1">
      <a:defRPr sz="1900" kern="1200">
        <a:solidFill>
          <a:schemeClr val="tx1"/>
        </a:solidFill>
        <a:latin typeface="+mn-lt"/>
        <a:ea typeface="+mn-ea"/>
        <a:cs typeface="+mn-cs"/>
      </a:defRPr>
    </a:lvl7pPr>
    <a:lvl8pPr marL="3200267" algn="l" defTabSz="914361" rtl="0" eaLnBrk="1" latinLnBrk="0" hangingPunct="1">
      <a:defRPr sz="1900" kern="1200">
        <a:solidFill>
          <a:schemeClr val="tx1"/>
        </a:solidFill>
        <a:latin typeface="+mn-lt"/>
        <a:ea typeface="+mn-ea"/>
        <a:cs typeface="+mn-cs"/>
      </a:defRPr>
    </a:lvl8pPr>
    <a:lvl9pPr marL="3657448" algn="l" defTabSz="914361"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6" userDrawn="1">
          <p15:clr>
            <a:srgbClr val="A4A3A4"/>
          </p15:clr>
        </p15:guide>
        <p15:guide id="2" pos="3839" userDrawn="1">
          <p15:clr>
            <a:srgbClr val="A4A3A4"/>
          </p15:clr>
        </p15:guide>
        <p15:guide id="5" orient="horz" pos="210" userDrawn="1">
          <p15:clr>
            <a:srgbClr val="A4A3A4"/>
          </p15:clr>
        </p15:guide>
        <p15:guide id="10" pos="188" userDrawn="1">
          <p15:clr>
            <a:srgbClr val="A4A3A4"/>
          </p15:clr>
        </p15:guide>
        <p15:guide id="11" pos="767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ssica Walker" initials="" lastIdx="4" clrIdx="0"/>
  <p:cmAuthor id="1" name="Jess Walker" initials="JW [6]" lastIdx="1" clrIdx="1"/>
  <p:cmAuthor id="2" name="Windows User" initials="WU" lastIdx="16" clrIdx="2"/>
  <p:cmAuthor id="3" name="Melissa Cord" initials="MC" lastIdx="16" clrIdx="3">
    <p:extLst>
      <p:ext uri="{19B8F6BF-5375-455C-9EA6-DF929625EA0E}">
        <p15:presenceInfo xmlns:p15="http://schemas.microsoft.com/office/powerpoint/2012/main" userId="S::melissa@inventivemarcomm.com::6b4b95c9-c962-4470-ad14-8628e52302d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A03"/>
    <a:srgbClr val="002F6C"/>
    <a:srgbClr val="8E8F92"/>
    <a:srgbClr val="021E42"/>
    <a:srgbClr val="008ADD"/>
    <a:srgbClr val="7F8F8D"/>
    <a:srgbClr val="000000"/>
    <a:srgbClr val="F8F9F2"/>
    <a:srgbClr val="6E6E72"/>
    <a:srgbClr val="0059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6" autoAdjust="0"/>
    <p:restoredTop sz="95500" autoAdjust="0"/>
  </p:normalViewPr>
  <p:slideViewPr>
    <p:cSldViewPr snapToGrid="0">
      <p:cViewPr>
        <p:scale>
          <a:sx n="83" d="100"/>
          <a:sy n="83" d="100"/>
        </p:scale>
        <p:origin x="1968" y="904"/>
      </p:cViewPr>
      <p:guideLst>
        <p:guide orient="horz" pos="1956"/>
        <p:guide pos="3839"/>
        <p:guide orient="horz" pos="210"/>
        <p:guide pos="188"/>
        <p:guide pos="7678"/>
      </p:guideLst>
    </p:cSldViewPr>
  </p:slideViewPr>
  <p:notesTextViewPr>
    <p:cViewPr>
      <p:scale>
        <a:sx n="1" d="1"/>
        <a:sy n="1" d="1"/>
      </p:scale>
      <p:origin x="0" y="0"/>
    </p:cViewPr>
  </p:notesTextViewPr>
  <p:sorterViewPr>
    <p:cViewPr>
      <p:scale>
        <a:sx n="90" d="100"/>
        <a:sy n="90" d="100"/>
      </p:scale>
      <p:origin x="0" y="7866"/>
    </p:cViewPr>
  </p:sorterViewPr>
  <p:notesViewPr>
    <p:cSldViewPr snapToGrid="0">
      <p:cViewPr varScale="1">
        <p:scale>
          <a:sx n="80" d="100"/>
          <a:sy n="80" d="100"/>
        </p:scale>
        <p:origin x="3198" y="96"/>
      </p:cViewPr>
      <p:guideLst>
        <p:guide orient="horz" pos="2880"/>
        <p:guide pos="2160"/>
      </p:guideLst>
    </p:cSldViewPr>
  </p:notesViewPr>
  <p:gridSpacing cx="1828800" cy="18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Oval 5"/>
          <p:cNvSpPr/>
          <p:nvPr/>
        </p:nvSpPr>
        <p:spPr>
          <a:xfrm>
            <a:off x="1263088" y="2912964"/>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1</a:t>
            </a:r>
          </a:p>
        </p:txBody>
      </p:sp>
      <p:sp>
        <p:nvSpPr>
          <p:cNvPr id="8" name="Oval 7"/>
          <p:cNvSpPr/>
          <p:nvPr/>
        </p:nvSpPr>
        <p:spPr>
          <a:xfrm>
            <a:off x="3324828" y="2912964"/>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2</a:t>
            </a:r>
          </a:p>
        </p:txBody>
      </p:sp>
      <p:sp>
        <p:nvSpPr>
          <p:cNvPr id="10" name="Oval 9"/>
          <p:cNvSpPr/>
          <p:nvPr/>
        </p:nvSpPr>
        <p:spPr>
          <a:xfrm>
            <a:off x="5386569" y="2912964"/>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3</a:t>
            </a:r>
          </a:p>
        </p:txBody>
      </p:sp>
      <p:sp>
        <p:nvSpPr>
          <p:cNvPr id="15" name="Oval 14"/>
          <p:cNvSpPr/>
          <p:nvPr/>
        </p:nvSpPr>
        <p:spPr>
          <a:xfrm>
            <a:off x="1263088" y="5567425"/>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4</a:t>
            </a:r>
          </a:p>
        </p:txBody>
      </p:sp>
      <p:sp>
        <p:nvSpPr>
          <p:cNvPr id="16" name="Oval 15"/>
          <p:cNvSpPr/>
          <p:nvPr/>
        </p:nvSpPr>
        <p:spPr>
          <a:xfrm>
            <a:off x="3324828" y="5567425"/>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5</a:t>
            </a:r>
          </a:p>
        </p:txBody>
      </p:sp>
      <p:sp>
        <p:nvSpPr>
          <p:cNvPr id="17" name="Oval 16"/>
          <p:cNvSpPr/>
          <p:nvPr/>
        </p:nvSpPr>
        <p:spPr>
          <a:xfrm>
            <a:off x="5386569" y="5567425"/>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6</a:t>
            </a:r>
          </a:p>
        </p:txBody>
      </p:sp>
      <p:sp>
        <p:nvSpPr>
          <p:cNvPr id="18" name="Oval 17"/>
          <p:cNvSpPr/>
          <p:nvPr/>
        </p:nvSpPr>
        <p:spPr>
          <a:xfrm>
            <a:off x="1263088" y="8214168"/>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7</a:t>
            </a:r>
          </a:p>
        </p:txBody>
      </p:sp>
      <p:sp>
        <p:nvSpPr>
          <p:cNvPr id="19" name="Oval 18"/>
          <p:cNvSpPr/>
          <p:nvPr/>
        </p:nvSpPr>
        <p:spPr>
          <a:xfrm>
            <a:off x="3324828" y="8214168"/>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8</a:t>
            </a:r>
          </a:p>
        </p:txBody>
      </p:sp>
      <p:sp>
        <p:nvSpPr>
          <p:cNvPr id="20" name="Oval 19"/>
          <p:cNvSpPr/>
          <p:nvPr/>
        </p:nvSpPr>
        <p:spPr>
          <a:xfrm>
            <a:off x="5386569" y="8214168"/>
            <a:ext cx="212685" cy="378104"/>
          </a:xfrm>
          <a:prstGeom prst="ellipse">
            <a:avLst/>
          </a:prstGeom>
          <a:ln w="127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bg1">
                    <a:lumMod val="75000"/>
                  </a:schemeClr>
                </a:solidFill>
                <a:latin typeface="Calibri Light" charset="0"/>
                <a:ea typeface="Calibri Light" charset="0"/>
                <a:cs typeface="Calibri Light" charset="0"/>
              </a:rPr>
              <a:t>9</a:t>
            </a:r>
          </a:p>
        </p:txBody>
      </p:sp>
    </p:spTree>
    <p:extLst>
      <p:ext uri="{BB962C8B-B14F-4D97-AF65-F5344CB8AC3E}">
        <p14:creationId xmlns:p14="http://schemas.microsoft.com/office/powerpoint/2010/main" val="2004853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9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900"/>
            </a:lvl1pPr>
          </a:lstStyle>
          <a:p>
            <a:fld id="{27A65D17-9383-4F8C-B550-F36E4B0878BF}" type="datetimeFigureOut">
              <a:rPr lang="en-US" smtClean="0"/>
              <a:pPr/>
              <a:t>8/28/25</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2588" y="4216179"/>
            <a:ext cx="6089904"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9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900"/>
            </a:lvl1pPr>
          </a:lstStyle>
          <a:p>
            <a:fld id="{5236DF23-51B8-4E72-A2C4-08DF29F146F4}" type="slidenum">
              <a:rPr lang="en-US" smtClean="0"/>
              <a:pPr/>
              <a:t>‹#›</a:t>
            </a:fld>
            <a:endParaRPr lang="en-US"/>
          </a:p>
        </p:txBody>
      </p:sp>
    </p:spTree>
    <p:extLst>
      <p:ext uri="{BB962C8B-B14F-4D97-AF65-F5344CB8AC3E}">
        <p14:creationId xmlns:p14="http://schemas.microsoft.com/office/powerpoint/2010/main" val="3263409394"/>
      </p:ext>
    </p:extLst>
  </p:cSld>
  <p:clrMap bg1="lt1" tx1="dk1" bg2="lt2" tx2="dk2" accent1="accent1" accent2="accent2" accent3="accent3" accent4="accent4" accent5="accent5" accent6="accent6" hlink="hlink" folHlink="folHlink"/>
  <p:notesStyle>
    <a:lvl1pPr marL="0" indent="0" algn="l" defTabSz="914361" rtl="0" eaLnBrk="1" latinLnBrk="0" hangingPunct="1">
      <a:lnSpc>
        <a:spcPct val="90000"/>
      </a:lnSpc>
      <a:spcBef>
        <a:spcPts val="800"/>
      </a:spcBef>
      <a:buFont typeface="Arial" panose="020B0604020202020204" pitchFamily="34" charset="0"/>
      <a:buChar char="​"/>
      <a:defRPr sz="1200" kern="1200">
        <a:solidFill>
          <a:schemeClr val="tx1"/>
        </a:solidFill>
        <a:latin typeface="+mn-lt"/>
        <a:ea typeface="+mn-ea"/>
        <a:cs typeface="+mn-cs"/>
      </a:defRPr>
    </a:lvl1pPr>
    <a:lvl2pPr marL="230188" indent="-119063" algn="l" defTabSz="914361" rtl="0" eaLnBrk="1" latinLnBrk="0" hangingPunct="1">
      <a:lnSpc>
        <a:spcPct val="90000"/>
      </a:lnSpc>
      <a:spcBef>
        <a:spcPts val="400"/>
      </a:spcBef>
      <a:buFont typeface="Arial" panose="020B0604020202020204" pitchFamily="34" charset="0"/>
      <a:buChar char="•"/>
      <a:defRPr sz="1100" kern="1200">
        <a:solidFill>
          <a:schemeClr val="tx1"/>
        </a:solidFill>
        <a:latin typeface="+mn-lt"/>
        <a:ea typeface="+mn-ea"/>
        <a:cs typeface="+mn-cs"/>
      </a:defRPr>
    </a:lvl2pPr>
    <a:lvl3pPr marL="396875" indent="-119063" algn="l" defTabSz="914361" rtl="0" eaLnBrk="1" latinLnBrk="0" hangingPunct="1">
      <a:lnSpc>
        <a:spcPct val="90000"/>
      </a:lnSpc>
      <a:spcBef>
        <a:spcPts val="200"/>
      </a:spcBef>
      <a:buFont typeface="Arial" panose="020B0604020202020204" pitchFamily="34" charset="0"/>
      <a:buChar char="–"/>
      <a:defRPr sz="1000" kern="1200">
        <a:solidFill>
          <a:schemeClr val="tx1"/>
        </a:solidFill>
        <a:latin typeface="+mn-lt"/>
        <a:ea typeface="+mn-ea"/>
        <a:cs typeface="+mn-cs"/>
      </a:defRPr>
    </a:lvl3pPr>
    <a:lvl4pPr marL="573088" indent="-119063" algn="l" defTabSz="914361" rtl="0" eaLnBrk="1" latinLnBrk="0" hangingPunct="1">
      <a:lnSpc>
        <a:spcPct val="90000"/>
      </a:lnSpc>
      <a:spcBef>
        <a:spcPts val="200"/>
      </a:spcBef>
      <a:buFont typeface="Arial" panose="020B0604020202020204" pitchFamily="34" charset="0"/>
      <a:buChar char="•"/>
      <a:defRPr sz="1000" kern="1200">
        <a:solidFill>
          <a:schemeClr val="tx1"/>
        </a:solidFill>
        <a:latin typeface="+mn-lt"/>
        <a:ea typeface="+mn-ea"/>
        <a:cs typeface="+mn-cs"/>
      </a:defRPr>
    </a:lvl4pPr>
    <a:lvl5pPr marL="684213" indent="-119063" algn="l" defTabSz="914361" rtl="0" eaLnBrk="1" latinLnBrk="0" hangingPunct="1">
      <a:lnSpc>
        <a:spcPct val="90000"/>
      </a:lnSpc>
      <a:spcBef>
        <a:spcPts val="200"/>
      </a:spcBef>
      <a:buFont typeface="Arial" panose="020B0604020202020204" pitchFamily="34" charset="0"/>
      <a:buChar char="–"/>
      <a:defRPr sz="1000" kern="1200">
        <a:solidFill>
          <a:schemeClr val="tx1"/>
        </a:solidFill>
        <a:latin typeface="+mn-lt"/>
        <a:ea typeface="+mn-ea"/>
        <a:cs typeface="+mn-cs"/>
      </a:defRPr>
    </a:lvl5pPr>
    <a:lvl6pPr marL="2285905" algn="l" defTabSz="914361" rtl="0" eaLnBrk="1" latinLnBrk="0" hangingPunct="1">
      <a:defRPr sz="1200" kern="1200">
        <a:solidFill>
          <a:schemeClr val="tx1"/>
        </a:solidFill>
        <a:latin typeface="+mn-lt"/>
        <a:ea typeface="+mn-ea"/>
        <a:cs typeface="+mn-cs"/>
      </a:defRPr>
    </a:lvl6pPr>
    <a:lvl7pPr marL="2743085" algn="l" defTabSz="914361" rtl="0" eaLnBrk="1" latinLnBrk="0" hangingPunct="1">
      <a:defRPr sz="1200" kern="1200">
        <a:solidFill>
          <a:schemeClr val="tx1"/>
        </a:solidFill>
        <a:latin typeface="+mn-lt"/>
        <a:ea typeface="+mn-ea"/>
        <a:cs typeface="+mn-cs"/>
      </a:defRPr>
    </a:lvl7pPr>
    <a:lvl8pPr marL="3200267" algn="l" defTabSz="914361" rtl="0" eaLnBrk="1" latinLnBrk="0" hangingPunct="1">
      <a:defRPr sz="1200" kern="1200">
        <a:solidFill>
          <a:schemeClr val="tx1"/>
        </a:solidFill>
        <a:latin typeface="+mn-lt"/>
        <a:ea typeface="+mn-ea"/>
        <a:cs typeface="+mn-cs"/>
      </a:defRPr>
    </a:lvl8pPr>
    <a:lvl9pPr marL="3657448" algn="l" defTabSz="914361"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36DF23-51B8-4E72-A2C4-08DF29F146F4}" type="slidenum">
              <a:rPr lang="en-US" smtClean="0"/>
              <a:pPr/>
              <a:t>8</a:t>
            </a:fld>
            <a:endParaRPr lang="en-US"/>
          </a:p>
        </p:txBody>
      </p:sp>
    </p:spTree>
    <p:extLst>
      <p:ext uri="{BB962C8B-B14F-4D97-AF65-F5344CB8AC3E}">
        <p14:creationId xmlns:p14="http://schemas.microsoft.com/office/powerpoint/2010/main" val="229880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F2794-80E1-FE1C-3AC7-557486BD6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4FF69-0A65-6250-C875-D87CADBB2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264A2-3204-3201-2035-13C4D6B7A2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926F25-E03A-B785-A10B-CA7F8E50AD9F}"/>
              </a:ext>
            </a:extLst>
          </p:cNvPr>
          <p:cNvSpPr>
            <a:spLocks noGrp="1"/>
          </p:cNvSpPr>
          <p:nvPr>
            <p:ph type="sldNum" sz="quarter" idx="5"/>
          </p:nvPr>
        </p:nvSpPr>
        <p:spPr/>
        <p:txBody>
          <a:bodyPr/>
          <a:lstStyle/>
          <a:p>
            <a:fld id="{5236DF23-51B8-4E72-A2C4-08DF29F146F4}" type="slidenum">
              <a:rPr lang="en-US" smtClean="0"/>
              <a:pPr/>
              <a:t>9</a:t>
            </a:fld>
            <a:endParaRPr lang="en-US"/>
          </a:p>
        </p:txBody>
      </p:sp>
    </p:spTree>
    <p:extLst>
      <p:ext uri="{BB962C8B-B14F-4D97-AF65-F5344CB8AC3E}">
        <p14:creationId xmlns:p14="http://schemas.microsoft.com/office/powerpoint/2010/main" val="3332468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36DF23-51B8-4E72-A2C4-08DF29F146F4}" type="slidenum">
              <a:rPr lang="en-US" smtClean="0"/>
              <a:pPr/>
              <a:t>10</a:t>
            </a:fld>
            <a:endParaRPr lang="en-US"/>
          </a:p>
        </p:txBody>
      </p:sp>
    </p:spTree>
    <p:extLst>
      <p:ext uri="{BB962C8B-B14F-4D97-AF65-F5344CB8AC3E}">
        <p14:creationId xmlns:p14="http://schemas.microsoft.com/office/powerpoint/2010/main" val="361856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oduct Option with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411EC28-9812-CEAC-D9A0-1A4A5BE4ECA5}"/>
              </a:ext>
            </a:extLst>
          </p:cNvPr>
          <p:cNvSpPr>
            <a:spLocks noGrp="1"/>
          </p:cNvSpPr>
          <p:nvPr>
            <p:ph type="pic" sz="quarter" idx="10"/>
          </p:nvPr>
        </p:nvSpPr>
        <p:spPr>
          <a:xfrm>
            <a:off x="1" y="0"/>
            <a:ext cx="5446881" cy="6858000"/>
          </a:xfrm>
          <a:prstGeom prst="rect">
            <a:avLst/>
          </a:prstGeom>
        </p:spPr>
        <p:txBody>
          <a:bodyPr/>
          <a:lstStyle>
            <a:lvl1pPr>
              <a:defRPr>
                <a:noFill/>
              </a:defRPr>
            </a:lvl1pPr>
          </a:lstStyle>
          <a:p>
            <a:endParaRPr lang="en-US"/>
          </a:p>
        </p:txBody>
      </p:sp>
    </p:spTree>
    <p:extLst>
      <p:ext uri="{BB962C8B-B14F-4D97-AF65-F5344CB8AC3E}">
        <p14:creationId xmlns:p14="http://schemas.microsoft.com/office/powerpoint/2010/main" val="1409308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Basic">
    <p:spTree>
      <p:nvGrpSpPr>
        <p:cNvPr id="1" name=""/>
        <p:cNvGrpSpPr/>
        <p:nvPr/>
      </p:nvGrpSpPr>
      <p:grpSpPr>
        <a:xfrm>
          <a:off x="0" y="0"/>
          <a:ext cx="0" cy="0"/>
          <a:chOff x="0" y="0"/>
          <a:chExt cx="0" cy="0"/>
        </a:xfrm>
      </p:grpSpPr>
      <p:pic>
        <p:nvPicPr>
          <p:cNvPr id="126" name="blank-text.jpg" descr="blank-text.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sp>
        <p:nvSpPr>
          <p:cNvPr id="127" name="HEADER (UPDATE THIS)"/>
          <p:cNvSpPr txBox="1">
            <a:spLocks noGrp="1"/>
          </p:cNvSpPr>
          <p:nvPr>
            <p:ph type="body" sz="quarter" idx="21" hasCustomPrompt="1"/>
          </p:nvPr>
        </p:nvSpPr>
        <p:spPr>
          <a:xfrm>
            <a:off x="367799" y="308004"/>
            <a:ext cx="10805291" cy="576953"/>
          </a:xfrm>
          <a:prstGeom prst="rect">
            <a:avLst/>
          </a:prstGeom>
        </p:spPr>
        <p:txBody>
          <a:bodyPr wrap="square" anchor="t" anchorCtr="0">
            <a:noAutofit/>
          </a:bodyPr>
          <a:lstStyle>
            <a:lvl1pPr marL="0" indent="0">
              <a:buSzTx/>
              <a:buNone/>
              <a:defRPr sz="3499" b="0" cap="all" baseline="0">
                <a:solidFill>
                  <a:srgbClr val="002F6C"/>
                </a:solidFill>
                <a:latin typeface="Impact"/>
                <a:ea typeface="Impact"/>
                <a:cs typeface="Impact"/>
                <a:sym typeface="Impact"/>
              </a:defRPr>
            </a:lvl1pPr>
          </a:lstStyle>
          <a:p>
            <a:r>
              <a:rPr dirty="0"/>
              <a:t>HEADER (UPDATE THIS)</a:t>
            </a:r>
          </a:p>
        </p:txBody>
      </p:sp>
      <p:sp>
        <p:nvSpPr>
          <p:cNvPr id="4" name="Slide Number">
            <a:extLst>
              <a:ext uri="{FF2B5EF4-FFF2-40B4-BE49-F238E27FC236}">
                <a16:creationId xmlns:a16="http://schemas.microsoft.com/office/drawing/2014/main" id="{BD9705C2-F547-31DC-0EA0-AEF5F0CB48CE}"/>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8521520C-9345-F553-61CA-B4A39E8757FF}"/>
              </a:ext>
            </a:extLst>
          </p:cNvPr>
          <p:cNvSpPr txBox="1"/>
          <p:nvPr userDrawn="1"/>
        </p:nvSpPr>
        <p:spPr>
          <a:xfrm>
            <a:off x="837982" y="6320686"/>
            <a:ext cx="5256431"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3" name="Content Placeholder 2">
            <a:extLst>
              <a:ext uri="{FF2B5EF4-FFF2-40B4-BE49-F238E27FC236}">
                <a16:creationId xmlns:a16="http://schemas.microsoft.com/office/drawing/2014/main" id="{C1B8F03D-6F71-AE4A-ABC8-8FB675DB9687}"/>
              </a:ext>
            </a:extLst>
          </p:cNvPr>
          <p:cNvSpPr>
            <a:spLocks noGrp="1"/>
          </p:cNvSpPr>
          <p:nvPr>
            <p:ph sz="quarter" idx="22" hasCustomPrompt="1"/>
          </p:nvPr>
        </p:nvSpPr>
        <p:spPr>
          <a:xfrm>
            <a:off x="390525" y="1222375"/>
            <a:ext cx="11158538" cy="4691063"/>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1468991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 Subhead, Basic">
    <p:spTree>
      <p:nvGrpSpPr>
        <p:cNvPr id="1" name=""/>
        <p:cNvGrpSpPr/>
        <p:nvPr/>
      </p:nvGrpSpPr>
      <p:grpSpPr>
        <a:xfrm>
          <a:off x="0" y="0"/>
          <a:ext cx="0" cy="0"/>
          <a:chOff x="0" y="0"/>
          <a:chExt cx="0" cy="0"/>
        </a:xfrm>
      </p:grpSpPr>
      <p:pic>
        <p:nvPicPr>
          <p:cNvPr id="126" name="blank-text.jpg" descr="blank-text.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sp>
        <p:nvSpPr>
          <p:cNvPr id="127" name="HEADER (UPDATE THIS)"/>
          <p:cNvSpPr txBox="1">
            <a:spLocks noGrp="1"/>
          </p:cNvSpPr>
          <p:nvPr>
            <p:ph type="body" sz="quarter" idx="21" hasCustomPrompt="1"/>
          </p:nvPr>
        </p:nvSpPr>
        <p:spPr>
          <a:xfrm>
            <a:off x="367799" y="308004"/>
            <a:ext cx="10805291" cy="630814"/>
          </a:xfrm>
          <a:prstGeom prst="rect">
            <a:avLst/>
          </a:prstGeom>
        </p:spPr>
        <p:txBody>
          <a:bodyPr wrap="square" anchor="t" anchorCtr="0">
            <a:noAutofit/>
          </a:bodyPr>
          <a:lstStyle>
            <a:lvl1pPr marL="0" indent="0">
              <a:buSzTx/>
              <a:buNone/>
              <a:defRPr sz="3499" b="0" cap="all" baseline="0">
                <a:solidFill>
                  <a:srgbClr val="002F6C"/>
                </a:solidFill>
                <a:latin typeface="Impact"/>
                <a:ea typeface="Impact"/>
                <a:cs typeface="Impact"/>
                <a:sym typeface="Impact"/>
              </a:defRPr>
            </a:lvl1pPr>
          </a:lstStyle>
          <a:p>
            <a:r>
              <a:rPr dirty="0"/>
              <a:t>HEADER </a:t>
            </a:r>
            <a:r>
              <a:rPr lang="en-US" dirty="0"/>
              <a:t>+ Subhead</a:t>
            </a:r>
            <a:endParaRPr dirty="0"/>
          </a:p>
        </p:txBody>
      </p:sp>
      <p:sp>
        <p:nvSpPr>
          <p:cNvPr id="4" name="Slide Number">
            <a:extLst>
              <a:ext uri="{FF2B5EF4-FFF2-40B4-BE49-F238E27FC236}">
                <a16:creationId xmlns:a16="http://schemas.microsoft.com/office/drawing/2014/main" id="{BD9705C2-F547-31DC-0EA0-AEF5F0CB48CE}"/>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8521520C-9345-F553-61CA-B4A39E8757FF}"/>
              </a:ext>
            </a:extLst>
          </p:cNvPr>
          <p:cNvSpPr txBox="1"/>
          <p:nvPr userDrawn="1"/>
        </p:nvSpPr>
        <p:spPr>
          <a:xfrm>
            <a:off x="837982" y="6320686"/>
            <a:ext cx="5256431"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3" name="Content Placeholder 2">
            <a:extLst>
              <a:ext uri="{FF2B5EF4-FFF2-40B4-BE49-F238E27FC236}">
                <a16:creationId xmlns:a16="http://schemas.microsoft.com/office/drawing/2014/main" id="{C1B8F03D-6F71-AE4A-ABC8-8FB675DB9687}"/>
              </a:ext>
            </a:extLst>
          </p:cNvPr>
          <p:cNvSpPr>
            <a:spLocks noGrp="1"/>
          </p:cNvSpPr>
          <p:nvPr>
            <p:ph sz="quarter" idx="22" hasCustomPrompt="1"/>
          </p:nvPr>
        </p:nvSpPr>
        <p:spPr>
          <a:xfrm>
            <a:off x="390525" y="1807029"/>
            <a:ext cx="11158538" cy="4106409"/>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2" name="Text Placeholder 6">
            <a:extLst>
              <a:ext uri="{FF2B5EF4-FFF2-40B4-BE49-F238E27FC236}">
                <a16:creationId xmlns:a16="http://schemas.microsoft.com/office/drawing/2014/main" id="{4EF5AA9E-41C4-5DDA-6AA5-ED3F00A4FD8D}"/>
              </a:ext>
            </a:extLst>
          </p:cNvPr>
          <p:cNvSpPr>
            <a:spLocks noGrp="1"/>
          </p:cNvSpPr>
          <p:nvPr>
            <p:ph type="body" sz="quarter" idx="23" hasCustomPrompt="1"/>
          </p:nvPr>
        </p:nvSpPr>
        <p:spPr>
          <a:xfrm>
            <a:off x="388905" y="1223867"/>
            <a:ext cx="4988235" cy="489684"/>
          </a:xfrm>
        </p:spPr>
        <p:txBody>
          <a:bodyPr>
            <a:noAutofit/>
          </a:bodyPr>
          <a:lstStyle>
            <a:lvl1pPr>
              <a:defRPr sz="2500" b="0" cap="all" baseline="0">
                <a:solidFill>
                  <a:schemeClr val="accent4"/>
                </a:solidFill>
                <a:latin typeface="Impact" panose="020B0806030902050204" pitchFamily="34" charset="0"/>
              </a:defRPr>
            </a:lvl1pPr>
          </a:lstStyle>
          <a:p>
            <a:pPr lvl="0"/>
            <a:r>
              <a:rPr lang="en-US" dirty="0"/>
              <a:t>subhead</a:t>
            </a:r>
          </a:p>
        </p:txBody>
      </p:sp>
    </p:spTree>
    <p:extLst>
      <p:ext uri="{BB962C8B-B14F-4D97-AF65-F5344CB8AC3E}">
        <p14:creationId xmlns:p14="http://schemas.microsoft.com/office/powerpoint/2010/main" val="3528479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Basic">
    <p:spTree>
      <p:nvGrpSpPr>
        <p:cNvPr id="1" name=""/>
        <p:cNvGrpSpPr/>
        <p:nvPr/>
      </p:nvGrpSpPr>
      <p:grpSpPr>
        <a:xfrm>
          <a:off x="0" y="0"/>
          <a:ext cx="0" cy="0"/>
          <a:chOff x="0" y="0"/>
          <a:chExt cx="0" cy="0"/>
        </a:xfrm>
      </p:grpSpPr>
      <p:pic>
        <p:nvPicPr>
          <p:cNvPr id="126" name="blank-text.jpg" descr="blank-text.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sp>
        <p:nvSpPr>
          <p:cNvPr id="127" name="HEADER (UPDATE THIS)"/>
          <p:cNvSpPr txBox="1">
            <a:spLocks noGrp="1"/>
          </p:cNvSpPr>
          <p:nvPr>
            <p:ph type="body" sz="quarter" idx="21" hasCustomPrompt="1"/>
          </p:nvPr>
        </p:nvSpPr>
        <p:spPr>
          <a:xfrm>
            <a:off x="367799" y="308004"/>
            <a:ext cx="10805291" cy="630814"/>
          </a:xfrm>
          <a:prstGeom prst="rect">
            <a:avLst/>
          </a:prstGeom>
        </p:spPr>
        <p:txBody>
          <a:bodyPr wrap="square" anchor="t" anchorCtr="0">
            <a:noAutofit/>
          </a:bodyPr>
          <a:lstStyle>
            <a:lvl1pPr marL="0" indent="0">
              <a:buSzTx/>
              <a:buNone/>
              <a:defRPr sz="3499" b="0" cap="all" baseline="0">
                <a:solidFill>
                  <a:srgbClr val="002F6C"/>
                </a:solidFill>
                <a:latin typeface="Impact"/>
                <a:ea typeface="Impact"/>
                <a:cs typeface="Impact"/>
                <a:sym typeface="Impact"/>
              </a:defRPr>
            </a:lvl1pPr>
          </a:lstStyle>
          <a:p>
            <a:r>
              <a:rPr lang="en-US" dirty="0"/>
              <a:t>Comparison</a:t>
            </a:r>
            <a:endParaRPr dirty="0"/>
          </a:p>
        </p:txBody>
      </p:sp>
      <p:sp>
        <p:nvSpPr>
          <p:cNvPr id="4" name="Slide Number">
            <a:extLst>
              <a:ext uri="{FF2B5EF4-FFF2-40B4-BE49-F238E27FC236}">
                <a16:creationId xmlns:a16="http://schemas.microsoft.com/office/drawing/2014/main" id="{BD9705C2-F547-31DC-0EA0-AEF5F0CB48CE}"/>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8521520C-9345-F553-61CA-B4A39E8757FF}"/>
              </a:ext>
            </a:extLst>
          </p:cNvPr>
          <p:cNvSpPr txBox="1"/>
          <p:nvPr userDrawn="1"/>
        </p:nvSpPr>
        <p:spPr>
          <a:xfrm>
            <a:off x="837982" y="6320686"/>
            <a:ext cx="5256431"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14" name="Content Placeholder 2">
            <a:extLst>
              <a:ext uri="{FF2B5EF4-FFF2-40B4-BE49-F238E27FC236}">
                <a16:creationId xmlns:a16="http://schemas.microsoft.com/office/drawing/2014/main" id="{043F2357-691C-5827-EDF3-BD15E27BE54A}"/>
              </a:ext>
            </a:extLst>
          </p:cNvPr>
          <p:cNvSpPr>
            <a:spLocks noGrp="1"/>
          </p:cNvSpPr>
          <p:nvPr>
            <p:ph sz="quarter" idx="22" hasCustomPrompt="1"/>
          </p:nvPr>
        </p:nvSpPr>
        <p:spPr>
          <a:xfrm>
            <a:off x="390525" y="1222375"/>
            <a:ext cx="5350518" cy="4691063"/>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15" name="Content Placeholder 2">
            <a:extLst>
              <a:ext uri="{FF2B5EF4-FFF2-40B4-BE49-F238E27FC236}">
                <a16:creationId xmlns:a16="http://schemas.microsoft.com/office/drawing/2014/main" id="{003ACF09-BE18-A9F5-AE87-12C76896DB94}"/>
              </a:ext>
            </a:extLst>
          </p:cNvPr>
          <p:cNvSpPr>
            <a:spLocks noGrp="1"/>
          </p:cNvSpPr>
          <p:nvPr>
            <p:ph sz="quarter" idx="23" hasCustomPrompt="1"/>
          </p:nvPr>
        </p:nvSpPr>
        <p:spPr>
          <a:xfrm>
            <a:off x="6105986" y="1222374"/>
            <a:ext cx="5431925" cy="4691063"/>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250333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 Subhead, Basic">
    <p:spTree>
      <p:nvGrpSpPr>
        <p:cNvPr id="1" name=""/>
        <p:cNvGrpSpPr/>
        <p:nvPr/>
      </p:nvGrpSpPr>
      <p:grpSpPr>
        <a:xfrm>
          <a:off x="0" y="0"/>
          <a:ext cx="0" cy="0"/>
          <a:chOff x="0" y="0"/>
          <a:chExt cx="0" cy="0"/>
        </a:xfrm>
      </p:grpSpPr>
      <p:pic>
        <p:nvPicPr>
          <p:cNvPr id="126" name="blank-text.jpg" descr="blank-text.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sp>
        <p:nvSpPr>
          <p:cNvPr id="127" name="HEADER (UPDATE THIS)"/>
          <p:cNvSpPr txBox="1">
            <a:spLocks noGrp="1"/>
          </p:cNvSpPr>
          <p:nvPr>
            <p:ph type="body" sz="quarter" idx="21" hasCustomPrompt="1"/>
          </p:nvPr>
        </p:nvSpPr>
        <p:spPr>
          <a:xfrm>
            <a:off x="367799" y="308004"/>
            <a:ext cx="10805291" cy="576953"/>
          </a:xfrm>
          <a:prstGeom prst="rect">
            <a:avLst/>
          </a:prstGeom>
        </p:spPr>
        <p:txBody>
          <a:bodyPr wrap="square" anchor="t" anchorCtr="0">
            <a:noAutofit/>
          </a:bodyPr>
          <a:lstStyle>
            <a:lvl1pPr marL="0" indent="0">
              <a:buSzTx/>
              <a:buNone/>
              <a:defRPr sz="3499" b="0" cap="all" baseline="0">
                <a:solidFill>
                  <a:srgbClr val="002F6C"/>
                </a:solidFill>
                <a:latin typeface="Impact"/>
                <a:ea typeface="Impact"/>
                <a:cs typeface="Impact"/>
                <a:sym typeface="Impact"/>
              </a:defRPr>
            </a:lvl1pPr>
          </a:lstStyle>
          <a:p>
            <a:r>
              <a:rPr lang="en-US" dirty="0"/>
              <a:t>Comparison + subhead</a:t>
            </a:r>
            <a:endParaRPr dirty="0"/>
          </a:p>
        </p:txBody>
      </p:sp>
      <p:sp>
        <p:nvSpPr>
          <p:cNvPr id="4" name="Slide Number">
            <a:extLst>
              <a:ext uri="{FF2B5EF4-FFF2-40B4-BE49-F238E27FC236}">
                <a16:creationId xmlns:a16="http://schemas.microsoft.com/office/drawing/2014/main" id="{BD9705C2-F547-31DC-0EA0-AEF5F0CB48CE}"/>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8521520C-9345-F553-61CA-B4A39E8757FF}"/>
              </a:ext>
            </a:extLst>
          </p:cNvPr>
          <p:cNvSpPr txBox="1"/>
          <p:nvPr userDrawn="1"/>
        </p:nvSpPr>
        <p:spPr>
          <a:xfrm>
            <a:off x="837982" y="6320686"/>
            <a:ext cx="5256431"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6" name="Text Placeholder 6">
            <a:extLst>
              <a:ext uri="{FF2B5EF4-FFF2-40B4-BE49-F238E27FC236}">
                <a16:creationId xmlns:a16="http://schemas.microsoft.com/office/drawing/2014/main" id="{115BEAE9-193F-9C08-7A60-11221C8B4BA8}"/>
              </a:ext>
            </a:extLst>
          </p:cNvPr>
          <p:cNvSpPr>
            <a:spLocks noGrp="1"/>
          </p:cNvSpPr>
          <p:nvPr>
            <p:ph type="body" sz="quarter" idx="23" hasCustomPrompt="1"/>
          </p:nvPr>
        </p:nvSpPr>
        <p:spPr>
          <a:xfrm>
            <a:off x="388905" y="1223867"/>
            <a:ext cx="5350518" cy="489684"/>
          </a:xfrm>
        </p:spPr>
        <p:txBody>
          <a:bodyPr>
            <a:noAutofit/>
          </a:bodyPr>
          <a:lstStyle>
            <a:lvl1pPr>
              <a:defRPr sz="2500" b="0" cap="all" baseline="0">
                <a:solidFill>
                  <a:schemeClr val="accent4"/>
                </a:solidFill>
                <a:latin typeface="Impact" panose="020B0806030902050204" pitchFamily="34" charset="0"/>
              </a:defRPr>
            </a:lvl1pPr>
          </a:lstStyle>
          <a:p>
            <a:pPr lvl="0"/>
            <a:r>
              <a:rPr lang="en-US" dirty="0"/>
              <a:t>subhead</a:t>
            </a:r>
          </a:p>
        </p:txBody>
      </p:sp>
      <p:sp>
        <p:nvSpPr>
          <p:cNvPr id="7" name="Text Placeholder 6">
            <a:extLst>
              <a:ext uri="{FF2B5EF4-FFF2-40B4-BE49-F238E27FC236}">
                <a16:creationId xmlns:a16="http://schemas.microsoft.com/office/drawing/2014/main" id="{DBC39412-F000-0EA1-E8A7-C9EC108423F0}"/>
              </a:ext>
            </a:extLst>
          </p:cNvPr>
          <p:cNvSpPr>
            <a:spLocks noGrp="1"/>
          </p:cNvSpPr>
          <p:nvPr>
            <p:ph type="body" sz="quarter" idx="24" hasCustomPrompt="1"/>
          </p:nvPr>
        </p:nvSpPr>
        <p:spPr>
          <a:xfrm>
            <a:off x="6094412" y="1223867"/>
            <a:ext cx="5431925" cy="489684"/>
          </a:xfrm>
        </p:spPr>
        <p:txBody>
          <a:bodyPr>
            <a:noAutofit/>
          </a:bodyPr>
          <a:lstStyle>
            <a:lvl1pPr>
              <a:defRPr sz="2500" b="0" cap="all" baseline="0">
                <a:solidFill>
                  <a:schemeClr val="accent4"/>
                </a:solidFill>
                <a:latin typeface="Impact" panose="020B0806030902050204" pitchFamily="34" charset="0"/>
              </a:defRPr>
            </a:lvl1pPr>
          </a:lstStyle>
          <a:p>
            <a:pPr marL="0" marR="0" lvl="0" indent="0" algn="l" defTabSz="914361" rtl="0" eaLnBrk="1" fontAlgn="auto" latinLnBrk="0" hangingPunct="1">
              <a:lnSpc>
                <a:spcPct val="100000"/>
              </a:lnSpc>
              <a:spcBef>
                <a:spcPts val="800"/>
              </a:spcBef>
              <a:spcAft>
                <a:spcPts val="0"/>
              </a:spcAft>
              <a:buClr>
                <a:schemeClr val="accent1"/>
              </a:buClr>
              <a:buSzTx/>
              <a:buFont typeface="Arial" panose="020B0604020202020204" pitchFamily="34" charset="0"/>
              <a:buNone/>
              <a:tabLst/>
              <a:defRPr/>
            </a:pPr>
            <a:r>
              <a:rPr lang="en-US" dirty="0"/>
              <a:t>subhead</a:t>
            </a:r>
          </a:p>
          <a:p>
            <a:pPr lvl="0"/>
            <a:endParaRPr lang="en-US" dirty="0"/>
          </a:p>
        </p:txBody>
      </p:sp>
      <p:sp>
        <p:nvSpPr>
          <p:cNvPr id="2" name="Content Placeholder 2">
            <a:extLst>
              <a:ext uri="{FF2B5EF4-FFF2-40B4-BE49-F238E27FC236}">
                <a16:creationId xmlns:a16="http://schemas.microsoft.com/office/drawing/2014/main" id="{EA16104A-D8B8-50EE-25DF-3597594C164F}"/>
              </a:ext>
            </a:extLst>
          </p:cNvPr>
          <p:cNvSpPr>
            <a:spLocks noGrp="1"/>
          </p:cNvSpPr>
          <p:nvPr>
            <p:ph sz="quarter" idx="22" hasCustomPrompt="1"/>
          </p:nvPr>
        </p:nvSpPr>
        <p:spPr>
          <a:xfrm>
            <a:off x="390525" y="1886674"/>
            <a:ext cx="5350518" cy="4026764"/>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8" name="Content Placeholder 2">
            <a:extLst>
              <a:ext uri="{FF2B5EF4-FFF2-40B4-BE49-F238E27FC236}">
                <a16:creationId xmlns:a16="http://schemas.microsoft.com/office/drawing/2014/main" id="{775BD284-3616-8C51-E286-E239B495791B}"/>
              </a:ext>
            </a:extLst>
          </p:cNvPr>
          <p:cNvSpPr>
            <a:spLocks noGrp="1"/>
          </p:cNvSpPr>
          <p:nvPr>
            <p:ph sz="quarter" idx="25" hasCustomPrompt="1"/>
          </p:nvPr>
        </p:nvSpPr>
        <p:spPr>
          <a:xfrm>
            <a:off x="6105986" y="1886673"/>
            <a:ext cx="5431925" cy="4026764"/>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16903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1046048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HEADER</a:t>
            </a:r>
          </a:p>
        </p:txBody>
      </p:sp>
      <p:sp>
        <p:nvSpPr>
          <p:cNvPr id="3" name="TextBox 2">
            <a:extLst>
              <a:ext uri="{FF2B5EF4-FFF2-40B4-BE49-F238E27FC236}">
                <a16:creationId xmlns:a16="http://schemas.microsoft.com/office/drawing/2014/main" id="{FE9E8159-1598-0E67-BBD3-118140F40C61}"/>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11" name="Content Placeholder 2">
            <a:extLst>
              <a:ext uri="{FF2B5EF4-FFF2-40B4-BE49-F238E27FC236}">
                <a16:creationId xmlns:a16="http://schemas.microsoft.com/office/drawing/2014/main" id="{20CCC901-3ACE-0928-D9EE-1CBE71F7F1AA}"/>
              </a:ext>
            </a:extLst>
          </p:cNvPr>
          <p:cNvSpPr>
            <a:spLocks noGrp="1"/>
          </p:cNvSpPr>
          <p:nvPr>
            <p:ph sz="quarter" idx="22" hasCustomPrompt="1"/>
          </p:nvPr>
        </p:nvSpPr>
        <p:spPr>
          <a:xfrm>
            <a:off x="390525" y="1620196"/>
            <a:ext cx="11158538" cy="4293242"/>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3723119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er + Subhead,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1046048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HEADER</a:t>
            </a:r>
          </a:p>
        </p:txBody>
      </p:sp>
      <p:sp>
        <p:nvSpPr>
          <p:cNvPr id="3" name="TextBox 2">
            <a:extLst>
              <a:ext uri="{FF2B5EF4-FFF2-40B4-BE49-F238E27FC236}">
                <a16:creationId xmlns:a16="http://schemas.microsoft.com/office/drawing/2014/main" id="{FE9E8159-1598-0E67-BBD3-118140F40C61}"/>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14" name="Content Placeholder 2">
            <a:extLst>
              <a:ext uri="{FF2B5EF4-FFF2-40B4-BE49-F238E27FC236}">
                <a16:creationId xmlns:a16="http://schemas.microsoft.com/office/drawing/2014/main" id="{91848CF3-3B8D-8F3C-AA52-8890A644FF6A}"/>
              </a:ext>
            </a:extLst>
          </p:cNvPr>
          <p:cNvSpPr>
            <a:spLocks noGrp="1"/>
          </p:cNvSpPr>
          <p:nvPr>
            <p:ph sz="quarter" idx="22" hasCustomPrompt="1"/>
          </p:nvPr>
        </p:nvSpPr>
        <p:spPr>
          <a:xfrm>
            <a:off x="390525" y="2107971"/>
            <a:ext cx="11158538" cy="3894806"/>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15" name="Text Placeholder 6">
            <a:extLst>
              <a:ext uri="{FF2B5EF4-FFF2-40B4-BE49-F238E27FC236}">
                <a16:creationId xmlns:a16="http://schemas.microsoft.com/office/drawing/2014/main" id="{7932253B-09DB-2797-8270-5A9766EE4EC4}"/>
              </a:ext>
            </a:extLst>
          </p:cNvPr>
          <p:cNvSpPr>
            <a:spLocks noGrp="1"/>
          </p:cNvSpPr>
          <p:nvPr>
            <p:ph type="body" sz="quarter" idx="23" hasCustomPrompt="1"/>
          </p:nvPr>
        </p:nvSpPr>
        <p:spPr>
          <a:xfrm>
            <a:off x="388905" y="1604320"/>
            <a:ext cx="4988235" cy="489684"/>
          </a:xfrm>
        </p:spPr>
        <p:txBody>
          <a:bodyPr>
            <a:noAutofit/>
          </a:bodyPr>
          <a:lstStyle>
            <a:lvl1pPr>
              <a:defRPr sz="2500" b="0" cap="all" baseline="0">
                <a:solidFill>
                  <a:schemeClr val="accent4"/>
                </a:solidFill>
                <a:latin typeface="Impact" panose="020B0806030902050204" pitchFamily="34" charset="0"/>
              </a:defRPr>
            </a:lvl1pPr>
          </a:lstStyle>
          <a:p>
            <a:pPr lvl="0"/>
            <a:r>
              <a:rPr lang="en-US" dirty="0"/>
              <a:t>subhead</a:t>
            </a:r>
          </a:p>
        </p:txBody>
      </p:sp>
    </p:spTree>
    <p:extLst>
      <p:ext uri="{BB962C8B-B14F-4D97-AF65-F5344CB8AC3E}">
        <p14:creationId xmlns:p14="http://schemas.microsoft.com/office/powerpoint/2010/main" val="632578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1046048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Comparison </a:t>
            </a:r>
          </a:p>
        </p:txBody>
      </p:sp>
      <p:sp>
        <p:nvSpPr>
          <p:cNvPr id="3" name="TextBox 2">
            <a:extLst>
              <a:ext uri="{FF2B5EF4-FFF2-40B4-BE49-F238E27FC236}">
                <a16:creationId xmlns:a16="http://schemas.microsoft.com/office/drawing/2014/main" id="{FE9E8159-1598-0E67-BBD3-118140F40C61}"/>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29" name="Content Placeholder 2">
            <a:extLst>
              <a:ext uri="{FF2B5EF4-FFF2-40B4-BE49-F238E27FC236}">
                <a16:creationId xmlns:a16="http://schemas.microsoft.com/office/drawing/2014/main" id="{EA3A9214-CF52-5936-206B-BDDB6F8C0BAE}"/>
              </a:ext>
            </a:extLst>
          </p:cNvPr>
          <p:cNvSpPr>
            <a:spLocks noGrp="1"/>
          </p:cNvSpPr>
          <p:nvPr>
            <p:ph sz="quarter" idx="22" hasCustomPrompt="1"/>
          </p:nvPr>
        </p:nvSpPr>
        <p:spPr>
          <a:xfrm>
            <a:off x="390525" y="1666755"/>
            <a:ext cx="5350518" cy="4294208"/>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30" name="Content Placeholder 2">
            <a:extLst>
              <a:ext uri="{FF2B5EF4-FFF2-40B4-BE49-F238E27FC236}">
                <a16:creationId xmlns:a16="http://schemas.microsoft.com/office/drawing/2014/main" id="{130AE50D-0FC5-8448-CE93-F21970E390A8}"/>
              </a:ext>
            </a:extLst>
          </p:cNvPr>
          <p:cNvSpPr>
            <a:spLocks noGrp="1"/>
          </p:cNvSpPr>
          <p:nvPr>
            <p:ph sz="quarter" idx="25" hasCustomPrompt="1"/>
          </p:nvPr>
        </p:nvSpPr>
        <p:spPr>
          <a:xfrm>
            <a:off x="6105986" y="1666754"/>
            <a:ext cx="5431925" cy="4294208"/>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3233066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 Subhead,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1046048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Comparison + Subhead</a:t>
            </a:r>
          </a:p>
        </p:txBody>
      </p:sp>
      <p:sp>
        <p:nvSpPr>
          <p:cNvPr id="3" name="TextBox 2">
            <a:extLst>
              <a:ext uri="{FF2B5EF4-FFF2-40B4-BE49-F238E27FC236}">
                <a16:creationId xmlns:a16="http://schemas.microsoft.com/office/drawing/2014/main" id="{FE9E8159-1598-0E67-BBD3-118140F40C61}"/>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25" name="Text Placeholder 6">
            <a:extLst>
              <a:ext uri="{FF2B5EF4-FFF2-40B4-BE49-F238E27FC236}">
                <a16:creationId xmlns:a16="http://schemas.microsoft.com/office/drawing/2014/main" id="{C28CDF3E-B1B5-552A-DD18-49C1440E1BA5}"/>
              </a:ext>
            </a:extLst>
          </p:cNvPr>
          <p:cNvSpPr>
            <a:spLocks noGrp="1"/>
          </p:cNvSpPr>
          <p:nvPr>
            <p:ph type="body" sz="quarter" idx="23" hasCustomPrompt="1"/>
          </p:nvPr>
        </p:nvSpPr>
        <p:spPr>
          <a:xfrm>
            <a:off x="388905" y="1683830"/>
            <a:ext cx="5350518" cy="489684"/>
          </a:xfrm>
        </p:spPr>
        <p:txBody>
          <a:bodyPr>
            <a:noAutofit/>
          </a:bodyPr>
          <a:lstStyle>
            <a:lvl1pPr>
              <a:defRPr sz="2500" b="0" cap="all" baseline="0">
                <a:solidFill>
                  <a:schemeClr val="accent4"/>
                </a:solidFill>
                <a:latin typeface="Impact" panose="020B0806030902050204" pitchFamily="34" charset="0"/>
              </a:defRPr>
            </a:lvl1pPr>
          </a:lstStyle>
          <a:p>
            <a:pPr lvl="0"/>
            <a:r>
              <a:rPr lang="en-US" dirty="0"/>
              <a:t>subhead</a:t>
            </a:r>
          </a:p>
        </p:txBody>
      </p:sp>
      <p:sp>
        <p:nvSpPr>
          <p:cNvPr id="26" name="Text Placeholder 6">
            <a:extLst>
              <a:ext uri="{FF2B5EF4-FFF2-40B4-BE49-F238E27FC236}">
                <a16:creationId xmlns:a16="http://schemas.microsoft.com/office/drawing/2014/main" id="{E6C13812-147C-DA66-7BFC-9AE2670FA9DA}"/>
              </a:ext>
            </a:extLst>
          </p:cNvPr>
          <p:cNvSpPr>
            <a:spLocks noGrp="1"/>
          </p:cNvSpPr>
          <p:nvPr>
            <p:ph type="body" sz="quarter" idx="24" hasCustomPrompt="1"/>
          </p:nvPr>
        </p:nvSpPr>
        <p:spPr>
          <a:xfrm>
            <a:off x="6094412" y="1683830"/>
            <a:ext cx="5431925" cy="489684"/>
          </a:xfrm>
        </p:spPr>
        <p:txBody>
          <a:bodyPr>
            <a:noAutofit/>
          </a:bodyPr>
          <a:lstStyle>
            <a:lvl1pPr>
              <a:defRPr sz="2500" b="0" cap="all" baseline="0">
                <a:solidFill>
                  <a:schemeClr val="accent4"/>
                </a:solidFill>
                <a:latin typeface="Impact" panose="020B0806030902050204" pitchFamily="34" charset="0"/>
              </a:defRPr>
            </a:lvl1pPr>
          </a:lstStyle>
          <a:p>
            <a:pPr lvl="0"/>
            <a:r>
              <a:rPr lang="en-US" dirty="0"/>
              <a:t>subhead</a:t>
            </a:r>
          </a:p>
        </p:txBody>
      </p:sp>
      <p:sp>
        <p:nvSpPr>
          <p:cNvPr id="27" name="Content Placeholder 2">
            <a:extLst>
              <a:ext uri="{FF2B5EF4-FFF2-40B4-BE49-F238E27FC236}">
                <a16:creationId xmlns:a16="http://schemas.microsoft.com/office/drawing/2014/main" id="{FC427699-EE62-DE1C-9F9E-356BFB64636D}"/>
              </a:ext>
            </a:extLst>
          </p:cNvPr>
          <p:cNvSpPr>
            <a:spLocks noGrp="1"/>
          </p:cNvSpPr>
          <p:nvPr>
            <p:ph sz="quarter" idx="22" hasCustomPrompt="1"/>
          </p:nvPr>
        </p:nvSpPr>
        <p:spPr>
          <a:xfrm>
            <a:off x="390525" y="2187613"/>
            <a:ext cx="5350518" cy="3773350"/>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28" name="Content Placeholder 2">
            <a:extLst>
              <a:ext uri="{FF2B5EF4-FFF2-40B4-BE49-F238E27FC236}">
                <a16:creationId xmlns:a16="http://schemas.microsoft.com/office/drawing/2014/main" id="{8B44B53D-993D-C8CF-CADA-4212F7B3834E}"/>
              </a:ext>
            </a:extLst>
          </p:cNvPr>
          <p:cNvSpPr>
            <a:spLocks noGrp="1"/>
          </p:cNvSpPr>
          <p:nvPr>
            <p:ph sz="quarter" idx="25" hasCustomPrompt="1"/>
          </p:nvPr>
        </p:nvSpPr>
        <p:spPr>
          <a:xfrm>
            <a:off x="6105986" y="2187612"/>
            <a:ext cx="5431925" cy="3773350"/>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142707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er,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4" name="Text Placeholder 18">
            <a:extLst>
              <a:ext uri="{FF2B5EF4-FFF2-40B4-BE49-F238E27FC236}">
                <a16:creationId xmlns:a16="http://schemas.microsoft.com/office/drawing/2014/main" id="{8C076644-772B-2CC1-DC75-779A22CB9B06}"/>
              </a:ext>
            </a:extLst>
          </p:cNvPr>
          <p:cNvSpPr>
            <a:spLocks noGrp="1"/>
          </p:cNvSpPr>
          <p:nvPr>
            <p:ph type="body" sz="quarter" idx="16" hasCustomPrompt="1"/>
          </p:nvPr>
        </p:nvSpPr>
        <p:spPr>
          <a:xfrm>
            <a:off x="395186" y="368823"/>
            <a:ext cx="10689028"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HEADER</a:t>
            </a:r>
          </a:p>
        </p:txBody>
      </p:sp>
      <p:sp>
        <p:nvSpPr>
          <p:cNvPr id="4" name="Slide Number">
            <a:extLst>
              <a:ext uri="{FF2B5EF4-FFF2-40B4-BE49-F238E27FC236}">
                <a16:creationId xmlns:a16="http://schemas.microsoft.com/office/drawing/2014/main" id="{45093EF8-6C4C-29A8-748F-9BE5EFBB726A}"/>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B1596EC1-01BD-B422-C7E3-F3A78434D33B}"/>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9" name="Content Placeholder 2">
            <a:extLst>
              <a:ext uri="{FF2B5EF4-FFF2-40B4-BE49-F238E27FC236}">
                <a16:creationId xmlns:a16="http://schemas.microsoft.com/office/drawing/2014/main" id="{2F9A912D-DB2F-7CD8-1E48-C583E88CE6F1}"/>
              </a:ext>
            </a:extLst>
          </p:cNvPr>
          <p:cNvSpPr>
            <a:spLocks noGrp="1"/>
          </p:cNvSpPr>
          <p:nvPr>
            <p:ph sz="quarter" idx="22" hasCustomPrompt="1"/>
          </p:nvPr>
        </p:nvSpPr>
        <p:spPr>
          <a:xfrm>
            <a:off x="390525" y="1620196"/>
            <a:ext cx="11158538" cy="4293242"/>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3842556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er + Subhead,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4" name="Text Placeholder 18">
            <a:extLst>
              <a:ext uri="{FF2B5EF4-FFF2-40B4-BE49-F238E27FC236}">
                <a16:creationId xmlns:a16="http://schemas.microsoft.com/office/drawing/2014/main" id="{8C076644-772B-2CC1-DC75-779A22CB9B06}"/>
              </a:ext>
            </a:extLst>
          </p:cNvPr>
          <p:cNvSpPr>
            <a:spLocks noGrp="1"/>
          </p:cNvSpPr>
          <p:nvPr>
            <p:ph type="body" sz="quarter" idx="16" hasCustomPrompt="1"/>
          </p:nvPr>
        </p:nvSpPr>
        <p:spPr>
          <a:xfrm>
            <a:off x="395186" y="368823"/>
            <a:ext cx="10689028"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HEADER</a:t>
            </a:r>
          </a:p>
        </p:txBody>
      </p:sp>
      <p:sp>
        <p:nvSpPr>
          <p:cNvPr id="4" name="Slide Number">
            <a:extLst>
              <a:ext uri="{FF2B5EF4-FFF2-40B4-BE49-F238E27FC236}">
                <a16:creationId xmlns:a16="http://schemas.microsoft.com/office/drawing/2014/main" id="{45093EF8-6C4C-29A8-748F-9BE5EFBB726A}"/>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B1596EC1-01BD-B422-C7E3-F3A78434D33B}"/>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11" name="Content Placeholder 2">
            <a:extLst>
              <a:ext uri="{FF2B5EF4-FFF2-40B4-BE49-F238E27FC236}">
                <a16:creationId xmlns:a16="http://schemas.microsoft.com/office/drawing/2014/main" id="{97B4DEB5-DFE4-9B2A-9E4A-F6346F0C2CA4}"/>
              </a:ext>
            </a:extLst>
          </p:cNvPr>
          <p:cNvSpPr>
            <a:spLocks noGrp="1"/>
          </p:cNvSpPr>
          <p:nvPr>
            <p:ph sz="quarter" idx="22" hasCustomPrompt="1"/>
          </p:nvPr>
        </p:nvSpPr>
        <p:spPr>
          <a:xfrm>
            <a:off x="390525" y="2107971"/>
            <a:ext cx="11158538" cy="3894806"/>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12" name="Text Placeholder 6">
            <a:extLst>
              <a:ext uri="{FF2B5EF4-FFF2-40B4-BE49-F238E27FC236}">
                <a16:creationId xmlns:a16="http://schemas.microsoft.com/office/drawing/2014/main" id="{BD68F68A-6D3D-3A02-60DE-E35A18198B94}"/>
              </a:ext>
            </a:extLst>
          </p:cNvPr>
          <p:cNvSpPr>
            <a:spLocks noGrp="1"/>
          </p:cNvSpPr>
          <p:nvPr>
            <p:ph type="body" sz="quarter" idx="23" hasCustomPrompt="1"/>
          </p:nvPr>
        </p:nvSpPr>
        <p:spPr>
          <a:xfrm>
            <a:off x="388905" y="1604320"/>
            <a:ext cx="11158538" cy="489684"/>
          </a:xfrm>
        </p:spPr>
        <p:txBody>
          <a:bodyPr>
            <a:noAutofit/>
          </a:bodyPr>
          <a:lstStyle>
            <a:lvl1pPr>
              <a:defRPr sz="2500" b="0" cap="all" baseline="0">
                <a:solidFill>
                  <a:schemeClr val="accent4"/>
                </a:solidFill>
                <a:latin typeface="Impact" panose="020B0806030902050204" pitchFamily="34" charset="0"/>
              </a:defRPr>
            </a:lvl1pPr>
          </a:lstStyle>
          <a:p>
            <a:pPr lvl="0"/>
            <a:r>
              <a:rPr lang="en-US" dirty="0"/>
              <a:t>subhead</a:t>
            </a:r>
          </a:p>
        </p:txBody>
      </p:sp>
    </p:spTree>
    <p:extLst>
      <p:ext uri="{BB962C8B-B14F-4D97-AF65-F5344CB8AC3E}">
        <p14:creationId xmlns:p14="http://schemas.microsoft.com/office/powerpoint/2010/main" val="39766039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4" name="Slide Number">
            <a:extLst>
              <a:ext uri="{FF2B5EF4-FFF2-40B4-BE49-F238E27FC236}">
                <a16:creationId xmlns:a16="http://schemas.microsoft.com/office/drawing/2014/main" id="{45093EF8-6C4C-29A8-748F-9BE5EFBB726A}"/>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B1596EC1-01BD-B422-C7E3-F3A78434D33B}"/>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21" name="Content Placeholder 2">
            <a:extLst>
              <a:ext uri="{FF2B5EF4-FFF2-40B4-BE49-F238E27FC236}">
                <a16:creationId xmlns:a16="http://schemas.microsoft.com/office/drawing/2014/main" id="{8E682830-2FD3-2A27-4C73-A5AD45C53407}"/>
              </a:ext>
            </a:extLst>
          </p:cNvPr>
          <p:cNvSpPr>
            <a:spLocks noGrp="1"/>
          </p:cNvSpPr>
          <p:nvPr>
            <p:ph sz="quarter" idx="22" hasCustomPrompt="1"/>
          </p:nvPr>
        </p:nvSpPr>
        <p:spPr>
          <a:xfrm>
            <a:off x="390525" y="1666755"/>
            <a:ext cx="5350518" cy="4294208"/>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22" name="Content Placeholder 2">
            <a:extLst>
              <a:ext uri="{FF2B5EF4-FFF2-40B4-BE49-F238E27FC236}">
                <a16:creationId xmlns:a16="http://schemas.microsoft.com/office/drawing/2014/main" id="{01577622-D415-D707-FDC1-A0F462C253C6}"/>
              </a:ext>
            </a:extLst>
          </p:cNvPr>
          <p:cNvSpPr>
            <a:spLocks noGrp="1"/>
          </p:cNvSpPr>
          <p:nvPr>
            <p:ph sz="quarter" idx="25" hasCustomPrompt="1"/>
          </p:nvPr>
        </p:nvSpPr>
        <p:spPr>
          <a:xfrm>
            <a:off x="6105986" y="1666754"/>
            <a:ext cx="5431925" cy="4294208"/>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23" name="Text Placeholder 18">
            <a:extLst>
              <a:ext uri="{FF2B5EF4-FFF2-40B4-BE49-F238E27FC236}">
                <a16:creationId xmlns:a16="http://schemas.microsoft.com/office/drawing/2014/main" id="{68591C46-98B4-AE74-6B97-FE7265673286}"/>
              </a:ext>
            </a:extLst>
          </p:cNvPr>
          <p:cNvSpPr>
            <a:spLocks noGrp="1"/>
          </p:cNvSpPr>
          <p:nvPr>
            <p:ph type="body" sz="quarter" idx="16" hasCustomPrompt="1"/>
          </p:nvPr>
        </p:nvSpPr>
        <p:spPr>
          <a:xfrm>
            <a:off x="395186" y="368823"/>
            <a:ext cx="1046048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Comparison </a:t>
            </a:r>
          </a:p>
        </p:txBody>
      </p:sp>
    </p:spTree>
    <p:extLst>
      <p:ext uri="{BB962C8B-B14F-4D97-AF65-F5344CB8AC3E}">
        <p14:creationId xmlns:p14="http://schemas.microsoft.com/office/powerpoint/2010/main" val="1230208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 Subhead,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4" name="Slide Number">
            <a:extLst>
              <a:ext uri="{FF2B5EF4-FFF2-40B4-BE49-F238E27FC236}">
                <a16:creationId xmlns:a16="http://schemas.microsoft.com/office/drawing/2014/main" id="{45093EF8-6C4C-29A8-748F-9BE5EFBB726A}"/>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B1596EC1-01BD-B422-C7E3-F3A78434D33B}"/>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2" name="Text Placeholder 18">
            <a:extLst>
              <a:ext uri="{FF2B5EF4-FFF2-40B4-BE49-F238E27FC236}">
                <a16:creationId xmlns:a16="http://schemas.microsoft.com/office/drawing/2014/main" id="{5030FA53-6F38-52BF-53CF-32B669430DCA}"/>
              </a:ext>
            </a:extLst>
          </p:cNvPr>
          <p:cNvSpPr>
            <a:spLocks noGrp="1"/>
          </p:cNvSpPr>
          <p:nvPr>
            <p:ph type="body" sz="quarter" idx="16" hasCustomPrompt="1"/>
          </p:nvPr>
        </p:nvSpPr>
        <p:spPr>
          <a:xfrm>
            <a:off x="395186" y="368823"/>
            <a:ext cx="1046048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Comparison + Subhead</a:t>
            </a:r>
          </a:p>
        </p:txBody>
      </p:sp>
      <p:sp>
        <p:nvSpPr>
          <p:cNvPr id="7" name="Text Placeholder 6">
            <a:extLst>
              <a:ext uri="{FF2B5EF4-FFF2-40B4-BE49-F238E27FC236}">
                <a16:creationId xmlns:a16="http://schemas.microsoft.com/office/drawing/2014/main" id="{674FF7D8-B30D-8B9B-A5C4-B128E785FA6E}"/>
              </a:ext>
            </a:extLst>
          </p:cNvPr>
          <p:cNvSpPr>
            <a:spLocks noGrp="1"/>
          </p:cNvSpPr>
          <p:nvPr>
            <p:ph type="body" sz="quarter" idx="23" hasCustomPrompt="1"/>
          </p:nvPr>
        </p:nvSpPr>
        <p:spPr>
          <a:xfrm>
            <a:off x="388905" y="1683830"/>
            <a:ext cx="5350518" cy="489684"/>
          </a:xfrm>
        </p:spPr>
        <p:txBody>
          <a:bodyPr>
            <a:noAutofit/>
          </a:bodyPr>
          <a:lstStyle>
            <a:lvl1pPr>
              <a:defRPr sz="2500" b="0" cap="all" baseline="0">
                <a:solidFill>
                  <a:schemeClr val="accent4"/>
                </a:solidFill>
                <a:latin typeface="Impact" panose="020B0806030902050204" pitchFamily="34" charset="0"/>
              </a:defRPr>
            </a:lvl1pPr>
          </a:lstStyle>
          <a:p>
            <a:pPr lvl="0"/>
            <a:r>
              <a:rPr lang="en-US" dirty="0"/>
              <a:t>subhead</a:t>
            </a:r>
          </a:p>
        </p:txBody>
      </p:sp>
      <p:sp>
        <p:nvSpPr>
          <p:cNvPr id="8" name="Text Placeholder 6">
            <a:extLst>
              <a:ext uri="{FF2B5EF4-FFF2-40B4-BE49-F238E27FC236}">
                <a16:creationId xmlns:a16="http://schemas.microsoft.com/office/drawing/2014/main" id="{CE6C1F9B-7BC5-A9BE-237F-2CC3B8097232}"/>
              </a:ext>
            </a:extLst>
          </p:cNvPr>
          <p:cNvSpPr>
            <a:spLocks noGrp="1"/>
          </p:cNvSpPr>
          <p:nvPr>
            <p:ph type="body" sz="quarter" idx="24" hasCustomPrompt="1"/>
          </p:nvPr>
        </p:nvSpPr>
        <p:spPr>
          <a:xfrm>
            <a:off x="6094412" y="1683830"/>
            <a:ext cx="5431925" cy="489684"/>
          </a:xfrm>
        </p:spPr>
        <p:txBody>
          <a:bodyPr>
            <a:noAutofit/>
          </a:bodyPr>
          <a:lstStyle>
            <a:lvl1pPr>
              <a:defRPr sz="2500" b="0" cap="all" baseline="0">
                <a:solidFill>
                  <a:schemeClr val="accent4"/>
                </a:solidFill>
                <a:latin typeface="Impact" panose="020B0806030902050204" pitchFamily="34" charset="0"/>
              </a:defRPr>
            </a:lvl1pPr>
          </a:lstStyle>
          <a:p>
            <a:pPr lvl="0"/>
            <a:r>
              <a:rPr lang="en-US" dirty="0"/>
              <a:t>subhead</a:t>
            </a:r>
          </a:p>
        </p:txBody>
      </p:sp>
      <p:sp>
        <p:nvSpPr>
          <p:cNvPr id="9" name="Content Placeholder 2">
            <a:extLst>
              <a:ext uri="{FF2B5EF4-FFF2-40B4-BE49-F238E27FC236}">
                <a16:creationId xmlns:a16="http://schemas.microsoft.com/office/drawing/2014/main" id="{51AC067F-46FE-51DA-C207-B98D6DAEBAD8}"/>
              </a:ext>
            </a:extLst>
          </p:cNvPr>
          <p:cNvSpPr>
            <a:spLocks noGrp="1"/>
          </p:cNvSpPr>
          <p:nvPr>
            <p:ph sz="quarter" idx="22" hasCustomPrompt="1"/>
          </p:nvPr>
        </p:nvSpPr>
        <p:spPr>
          <a:xfrm>
            <a:off x="390525" y="2187613"/>
            <a:ext cx="5350518" cy="3773350"/>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
        <p:nvSpPr>
          <p:cNvPr id="10" name="Content Placeholder 2">
            <a:extLst>
              <a:ext uri="{FF2B5EF4-FFF2-40B4-BE49-F238E27FC236}">
                <a16:creationId xmlns:a16="http://schemas.microsoft.com/office/drawing/2014/main" id="{FE0A17EC-6ECC-7D36-C6C5-6382EE5A84A6}"/>
              </a:ext>
            </a:extLst>
          </p:cNvPr>
          <p:cNvSpPr>
            <a:spLocks noGrp="1"/>
          </p:cNvSpPr>
          <p:nvPr>
            <p:ph sz="quarter" idx="25" hasCustomPrompt="1"/>
          </p:nvPr>
        </p:nvSpPr>
        <p:spPr>
          <a:xfrm>
            <a:off x="6105986" y="2187612"/>
            <a:ext cx="5431925" cy="3773350"/>
          </a:xfrm>
        </p:spPr>
        <p:txBody>
          <a:bodyPr/>
          <a:lstStyle>
            <a:lvl2pPr>
              <a:buSzPct val="70000"/>
              <a:defRPr/>
            </a:lvl2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1658660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x Image (Horiz)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1046048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SIX IMAGE – HORIZONTAL LOCKUP</a:t>
            </a:r>
          </a:p>
        </p:txBody>
      </p:sp>
      <p:sp>
        <p:nvSpPr>
          <p:cNvPr id="7" name="Picture Placeholder 11">
            <a:extLst>
              <a:ext uri="{FF2B5EF4-FFF2-40B4-BE49-F238E27FC236}">
                <a16:creationId xmlns:a16="http://schemas.microsoft.com/office/drawing/2014/main" id="{889ECB46-A89A-3F2A-2C5E-2ABC9DBC82F4}"/>
              </a:ext>
            </a:extLst>
          </p:cNvPr>
          <p:cNvSpPr>
            <a:spLocks noGrp="1"/>
          </p:cNvSpPr>
          <p:nvPr>
            <p:ph type="pic" sz="quarter" idx="10"/>
          </p:nvPr>
        </p:nvSpPr>
        <p:spPr>
          <a:xfrm>
            <a:off x="914163" y="1600200"/>
            <a:ext cx="3161476" cy="1600200"/>
          </a:xfrm>
          <a:prstGeom prst="rect">
            <a:avLst/>
          </a:prstGeom>
        </p:spPr>
        <p:txBody>
          <a:bodyPr/>
          <a:lstStyle>
            <a:lvl1pPr>
              <a:defRPr>
                <a:noFill/>
              </a:defRPr>
            </a:lvl1pPr>
          </a:lstStyle>
          <a:p>
            <a:endParaRPr lang="en-US" dirty="0"/>
          </a:p>
        </p:txBody>
      </p:sp>
      <p:sp>
        <p:nvSpPr>
          <p:cNvPr id="12" name="Text Placeholder 3">
            <a:extLst>
              <a:ext uri="{FF2B5EF4-FFF2-40B4-BE49-F238E27FC236}">
                <a16:creationId xmlns:a16="http://schemas.microsoft.com/office/drawing/2014/main" id="{8E64B92E-790B-0C69-3BC6-BDC9A754739E}"/>
              </a:ext>
            </a:extLst>
          </p:cNvPr>
          <p:cNvSpPr>
            <a:spLocks noGrp="1"/>
          </p:cNvSpPr>
          <p:nvPr>
            <p:ph type="body" sz="quarter" idx="20" hasCustomPrompt="1"/>
          </p:nvPr>
        </p:nvSpPr>
        <p:spPr>
          <a:xfrm>
            <a:off x="918394"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3" name="Straight Connector 12">
            <a:extLst>
              <a:ext uri="{FF2B5EF4-FFF2-40B4-BE49-F238E27FC236}">
                <a16:creationId xmlns:a16="http://schemas.microsoft.com/office/drawing/2014/main" id="{237238D1-F73D-D6E6-C52F-60029D7F8F28}"/>
              </a:ext>
            </a:extLst>
          </p:cNvPr>
          <p:cNvCxnSpPr>
            <a:cxnSpLocks/>
          </p:cNvCxnSpPr>
          <p:nvPr userDrawn="1"/>
        </p:nvCxnSpPr>
        <p:spPr>
          <a:xfrm>
            <a:off x="900817"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5" name="Picture Placeholder 11">
            <a:extLst>
              <a:ext uri="{FF2B5EF4-FFF2-40B4-BE49-F238E27FC236}">
                <a16:creationId xmlns:a16="http://schemas.microsoft.com/office/drawing/2014/main" id="{35277691-EE76-4F35-1080-7232A53DEE60}"/>
              </a:ext>
            </a:extLst>
          </p:cNvPr>
          <p:cNvSpPr>
            <a:spLocks noGrp="1"/>
          </p:cNvSpPr>
          <p:nvPr>
            <p:ph type="pic" sz="quarter" idx="21"/>
          </p:nvPr>
        </p:nvSpPr>
        <p:spPr>
          <a:xfrm>
            <a:off x="4513677" y="1600200"/>
            <a:ext cx="3161476" cy="1600200"/>
          </a:xfrm>
          <a:prstGeom prst="rect">
            <a:avLst/>
          </a:prstGeom>
        </p:spPr>
        <p:txBody>
          <a:bodyPr/>
          <a:lstStyle>
            <a:lvl1pPr>
              <a:defRPr>
                <a:noFill/>
              </a:defRPr>
            </a:lvl1pPr>
          </a:lstStyle>
          <a:p>
            <a:endParaRPr lang="en-US" dirty="0"/>
          </a:p>
        </p:txBody>
      </p:sp>
      <p:sp>
        <p:nvSpPr>
          <p:cNvPr id="16" name="Picture Placeholder 11">
            <a:extLst>
              <a:ext uri="{FF2B5EF4-FFF2-40B4-BE49-F238E27FC236}">
                <a16:creationId xmlns:a16="http://schemas.microsoft.com/office/drawing/2014/main" id="{AB5AFEFB-7A57-3137-7316-049A7A5FBCE2}"/>
              </a:ext>
            </a:extLst>
          </p:cNvPr>
          <p:cNvSpPr>
            <a:spLocks noGrp="1"/>
          </p:cNvSpPr>
          <p:nvPr>
            <p:ph type="pic" sz="quarter" idx="22"/>
          </p:nvPr>
        </p:nvSpPr>
        <p:spPr>
          <a:xfrm>
            <a:off x="8113188" y="1600200"/>
            <a:ext cx="3161476" cy="1600200"/>
          </a:xfrm>
          <a:prstGeom prst="rect">
            <a:avLst/>
          </a:prstGeom>
        </p:spPr>
        <p:txBody>
          <a:bodyPr/>
          <a:lstStyle>
            <a:lvl1pPr>
              <a:defRPr>
                <a:noFill/>
              </a:defRPr>
            </a:lvl1pPr>
          </a:lstStyle>
          <a:p>
            <a:endParaRPr lang="en-US" dirty="0"/>
          </a:p>
        </p:txBody>
      </p:sp>
      <p:sp>
        <p:nvSpPr>
          <p:cNvPr id="17" name="Text Placeholder 3">
            <a:extLst>
              <a:ext uri="{FF2B5EF4-FFF2-40B4-BE49-F238E27FC236}">
                <a16:creationId xmlns:a16="http://schemas.microsoft.com/office/drawing/2014/main" id="{B5AE734D-B6DF-C6F8-E19D-FCDBA173AE00}"/>
              </a:ext>
            </a:extLst>
          </p:cNvPr>
          <p:cNvSpPr>
            <a:spLocks noGrp="1"/>
          </p:cNvSpPr>
          <p:nvPr>
            <p:ph type="body" sz="quarter" idx="25" hasCustomPrompt="1"/>
          </p:nvPr>
        </p:nvSpPr>
        <p:spPr>
          <a:xfrm>
            <a:off x="4541184"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1" name="Straight Connector 20">
            <a:extLst>
              <a:ext uri="{FF2B5EF4-FFF2-40B4-BE49-F238E27FC236}">
                <a16:creationId xmlns:a16="http://schemas.microsoft.com/office/drawing/2014/main" id="{0CF5119A-8074-9C7C-CE6C-CB6DB5BA6365}"/>
              </a:ext>
            </a:extLst>
          </p:cNvPr>
          <p:cNvCxnSpPr>
            <a:cxnSpLocks/>
          </p:cNvCxnSpPr>
          <p:nvPr userDrawn="1"/>
        </p:nvCxnSpPr>
        <p:spPr>
          <a:xfrm>
            <a:off x="4523606"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2" name="Text Placeholder 3">
            <a:extLst>
              <a:ext uri="{FF2B5EF4-FFF2-40B4-BE49-F238E27FC236}">
                <a16:creationId xmlns:a16="http://schemas.microsoft.com/office/drawing/2014/main" id="{08A65B41-8C47-E345-7F97-F23837A1B5B5}"/>
              </a:ext>
            </a:extLst>
          </p:cNvPr>
          <p:cNvSpPr>
            <a:spLocks noGrp="1"/>
          </p:cNvSpPr>
          <p:nvPr>
            <p:ph type="body" sz="quarter" idx="26" hasCustomPrompt="1"/>
          </p:nvPr>
        </p:nvSpPr>
        <p:spPr>
          <a:xfrm>
            <a:off x="8113188"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3" name="Straight Connector 22">
            <a:extLst>
              <a:ext uri="{FF2B5EF4-FFF2-40B4-BE49-F238E27FC236}">
                <a16:creationId xmlns:a16="http://schemas.microsoft.com/office/drawing/2014/main" id="{3BAE3583-1D72-222E-A80C-AFB0880E71E5}"/>
              </a:ext>
            </a:extLst>
          </p:cNvPr>
          <p:cNvCxnSpPr>
            <a:cxnSpLocks/>
          </p:cNvCxnSpPr>
          <p:nvPr userDrawn="1"/>
        </p:nvCxnSpPr>
        <p:spPr>
          <a:xfrm>
            <a:off x="8095609"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4" name="Picture Placeholder 11">
            <a:extLst>
              <a:ext uri="{FF2B5EF4-FFF2-40B4-BE49-F238E27FC236}">
                <a16:creationId xmlns:a16="http://schemas.microsoft.com/office/drawing/2014/main" id="{66F13B71-17E3-5BB8-30BF-CBA714AB474A}"/>
              </a:ext>
            </a:extLst>
          </p:cNvPr>
          <p:cNvSpPr>
            <a:spLocks noGrp="1"/>
          </p:cNvSpPr>
          <p:nvPr>
            <p:ph type="pic" sz="quarter" idx="27"/>
          </p:nvPr>
        </p:nvSpPr>
        <p:spPr>
          <a:xfrm>
            <a:off x="909496" y="3885960"/>
            <a:ext cx="3161476" cy="1600200"/>
          </a:xfrm>
          <a:prstGeom prst="rect">
            <a:avLst/>
          </a:prstGeom>
        </p:spPr>
        <p:txBody>
          <a:bodyPr/>
          <a:lstStyle>
            <a:lvl1pPr>
              <a:defRPr>
                <a:noFill/>
              </a:defRPr>
            </a:lvl1pPr>
          </a:lstStyle>
          <a:p>
            <a:endParaRPr lang="en-US" dirty="0"/>
          </a:p>
        </p:txBody>
      </p:sp>
      <p:sp>
        <p:nvSpPr>
          <p:cNvPr id="25" name="Text Placeholder 3">
            <a:extLst>
              <a:ext uri="{FF2B5EF4-FFF2-40B4-BE49-F238E27FC236}">
                <a16:creationId xmlns:a16="http://schemas.microsoft.com/office/drawing/2014/main" id="{C030C9F6-7A9D-5B4F-7313-533D996BF6E2}"/>
              </a:ext>
            </a:extLst>
          </p:cNvPr>
          <p:cNvSpPr>
            <a:spLocks noGrp="1"/>
          </p:cNvSpPr>
          <p:nvPr>
            <p:ph type="body" sz="quarter" idx="28" hasCustomPrompt="1"/>
          </p:nvPr>
        </p:nvSpPr>
        <p:spPr>
          <a:xfrm>
            <a:off x="913726"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6" name="Straight Connector 25">
            <a:extLst>
              <a:ext uri="{FF2B5EF4-FFF2-40B4-BE49-F238E27FC236}">
                <a16:creationId xmlns:a16="http://schemas.microsoft.com/office/drawing/2014/main" id="{951E1408-432D-3C90-B813-2D0CF739DED7}"/>
              </a:ext>
            </a:extLst>
          </p:cNvPr>
          <p:cNvCxnSpPr>
            <a:cxnSpLocks/>
          </p:cNvCxnSpPr>
          <p:nvPr userDrawn="1"/>
        </p:nvCxnSpPr>
        <p:spPr>
          <a:xfrm>
            <a:off x="896147"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7" name="Picture Placeholder 11">
            <a:extLst>
              <a:ext uri="{FF2B5EF4-FFF2-40B4-BE49-F238E27FC236}">
                <a16:creationId xmlns:a16="http://schemas.microsoft.com/office/drawing/2014/main" id="{12E6EB31-DD13-6835-C1A1-BCF4D99661A7}"/>
              </a:ext>
            </a:extLst>
          </p:cNvPr>
          <p:cNvSpPr>
            <a:spLocks noGrp="1"/>
          </p:cNvSpPr>
          <p:nvPr>
            <p:ph type="pic" sz="quarter" idx="29"/>
          </p:nvPr>
        </p:nvSpPr>
        <p:spPr>
          <a:xfrm>
            <a:off x="4509006" y="3885960"/>
            <a:ext cx="3161476" cy="1600200"/>
          </a:xfrm>
          <a:prstGeom prst="rect">
            <a:avLst/>
          </a:prstGeom>
        </p:spPr>
        <p:txBody>
          <a:bodyPr/>
          <a:lstStyle>
            <a:lvl1pPr>
              <a:defRPr>
                <a:noFill/>
              </a:defRPr>
            </a:lvl1pPr>
          </a:lstStyle>
          <a:p>
            <a:endParaRPr lang="en-US" dirty="0"/>
          </a:p>
        </p:txBody>
      </p:sp>
      <p:sp>
        <p:nvSpPr>
          <p:cNvPr id="28" name="Picture Placeholder 11">
            <a:extLst>
              <a:ext uri="{FF2B5EF4-FFF2-40B4-BE49-F238E27FC236}">
                <a16:creationId xmlns:a16="http://schemas.microsoft.com/office/drawing/2014/main" id="{7C5FC495-4064-F5CD-FE13-F5EC12513ACE}"/>
              </a:ext>
            </a:extLst>
          </p:cNvPr>
          <p:cNvSpPr>
            <a:spLocks noGrp="1"/>
          </p:cNvSpPr>
          <p:nvPr>
            <p:ph type="pic" sz="quarter" idx="30"/>
          </p:nvPr>
        </p:nvSpPr>
        <p:spPr>
          <a:xfrm>
            <a:off x="8108521" y="3885960"/>
            <a:ext cx="3161476" cy="1600200"/>
          </a:xfrm>
          <a:prstGeom prst="rect">
            <a:avLst/>
          </a:prstGeom>
        </p:spPr>
        <p:txBody>
          <a:bodyPr/>
          <a:lstStyle>
            <a:lvl1pPr>
              <a:defRPr>
                <a:noFill/>
              </a:defRPr>
            </a:lvl1pPr>
          </a:lstStyle>
          <a:p>
            <a:endParaRPr lang="en-US" dirty="0"/>
          </a:p>
        </p:txBody>
      </p:sp>
      <p:sp>
        <p:nvSpPr>
          <p:cNvPr id="29" name="Text Placeholder 3">
            <a:extLst>
              <a:ext uri="{FF2B5EF4-FFF2-40B4-BE49-F238E27FC236}">
                <a16:creationId xmlns:a16="http://schemas.microsoft.com/office/drawing/2014/main" id="{5C356D5A-26A7-1090-1ED9-CFF43A807DF3}"/>
              </a:ext>
            </a:extLst>
          </p:cNvPr>
          <p:cNvSpPr>
            <a:spLocks noGrp="1"/>
          </p:cNvSpPr>
          <p:nvPr>
            <p:ph type="body" sz="quarter" idx="31" hasCustomPrompt="1"/>
          </p:nvPr>
        </p:nvSpPr>
        <p:spPr>
          <a:xfrm>
            <a:off x="4536516"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0" name="Straight Connector 29">
            <a:extLst>
              <a:ext uri="{FF2B5EF4-FFF2-40B4-BE49-F238E27FC236}">
                <a16:creationId xmlns:a16="http://schemas.microsoft.com/office/drawing/2014/main" id="{43C13EFE-5E4B-260E-DFFF-E0EDC5EC0DE6}"/>
              </a:ext>
            </a:extLst>
          </p:cNvPr>
          <p:cNvCxnSpPr>
            <a:cxnSpLocks/>
          </p:cNvCxnSpPr>
          <p:nvPr userDrawn="1"/>
        </p:nvCxnSpPr>
        <p:spPr>
          <a:xfrm>
            <a:off x="4518938"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1" name="Text Placeholder 3">
            <a:extLst>
              <a:ext uri="{FF2B5EF4-FFF2-40B4-BE49-F238E27FC236}">
                <a16:creationId xmlns:a16="http://schemas.microsoft.com/office/drawing/2014/main" id="{CA996C95-C07E-878C-1718-CC8758C70AA6}"/>
              </a:ext>
            </a:extLst>
          </p:cNvPr>
          <p:cNvSpPr>
            <a:spLocks noGrp="1"/>
          </p:cNvSpPr>
          <p:nvPr>
            <p:ph type="body" sz="quarter" idx="32" hasCustomPrompt="1"/>
          </p:nvPr>
        </p:nvSpPr>
        <p:spPr>
          <a:xfrm>
            <a:off x="8108519"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2" name="Straight Connector 31">
            <a:extLst>
              <a:ext uri="{FF2B5EF4-FFF2-40B4-BE49-F238E27FC236}">
                <a16:creationId xmlns:a16="http://schemas.microsoft.com/office/drawing/2014/main" id="{FF9B465F-7FBE-8614-158E-007E419FD80B}"/>
              </a:ext>
            </a:extLst>
          </p:cNvPr>
          <p:cNvCxnSpPr>
            <a:cxnSpLocks/>
          </p:cNvCxnSpPr>
          <p:nvPr userDrawn="1"/>
        </p:nvCxnSpPr>
        <p:spPr>
          <a:xfrm>
            <a:off x="8090941"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20057B6D-F395-8098-72FB-75EEB97C90A6}"/>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1399936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x Image (Vert)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5" y="368823"/>
            <a:ext cx="1027003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SIX IMAGE – VERTICAL LOCKUP</a:t>
            </a:r>
          </a:p>
        </p:txBody>
      </p:sp>
      <p:sp>
        <p:nvSpPr>
          <p:cNvPr id="7" name="Picture Placeholder 11">
            <a:extLst>
              <a:ext uri="{FF2B5EF4-FFF2-40B4-BE49-F238E27FC236}">
                <a16:creationId xmlns:a16="http://schemas.microsoft.com/office/drawing/2014/main" id="{9D545AD9-23BC-B7C6-EFA9-93D5773497E6}"/>
              </a:ext>
            </a:extLst>
          </p:cNvPr>
          <p:cNvSpPr>
            <a:spLocks noGrp="1"/>
          </p:cNvSpPr>
          <p:nvPr>
            <p:ph type="pic" sz="quarter" idx="10"/>
          </p:nvPr>
        </p:nvSpPr>
        <p:spPr>
          <a:xfrm>
            <a:off x="380901" y="1828802"/>
            <a:ext cx="1784834" cy="3002081"/>
          </a:xfrm>
          <a:prstGeom prst="rect">
            <a:avLst/>
          </a:prstGeom>
        </p:spPr>
        <p:txBody>
          <a:bodyPr/>
          <a:lstStyle>
            <a:lvl1pPr>
              <a:defRPr>
                <a:noFill/>
              </a:defRPr>
            </a:lvl1pPr>
          </a:lstStyle>
          <a:p>
            <a:endParaRPr lang="en-US" dirty="0"/>
          </a:p>
        </p:txBody>
      </p:sp>
      <p:sp>
        <p:nvSpPr>
          <p:cNvPr id="15" name="Text Placeholder 3">
            <a:extLst>
              <a:ext uri="{FF2B5EF4-FFF2-40B4-BE49-F238E27FC236}">
                <a16:creationId xmlns:a16="http://schemas.microsoft.com/office/drawing/2014/main" id="{BD85D86D-68F9-BEAD-DC01-682E2DB4B0DD}"/>
              </a:ext>
            </a:extLst>
          </p:cNvPr>
          <p:cNvSpPr>
            <a:spLocks noGrp="1"/>
          </p:cNvSpPr>
          <p:nvPr>
            <p:ph type="body" sz="quarter" idx="20" hasCustomPrompt="1"/>
          </p:nvPr>
        </p:nvSpPr>
        <p:spPr>
          <a:xfrm>
            <a:off x="386301"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6" name="Straight Connector 15">
            <a:extLst>
              <a:ext uri="{FF2B5EF4-FFF2-40B4-BE49-F238E27FC236}">
                <a16:creationId xmlns:a16="http://schemas.microsoft.com/office/drawing/2014/main" id="{2AE1987D-DB73-7847-3516-8D0F6DC23468}"/>
              </a:ext>
            </a:extLst>
          </p:cNvPr>
          <p:cNvCxnSpPr>
            <a:cxnSpLocks/>
          </p:cNvCxnSpPr>
          <p:nvPr userDrawn="1"/>
        </p:nvCxnSpPr>
        <p:spPr>
          <a:xfrm>
            <a:off x="368721"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6" name="Picture Placeholder 11">
            <a:extLst>
              <a:ext uri="{FF2B5EF4-FFF2-40B4-BE49-F238E27FC236}">
                <a16:creationId xmlns:a16="http://schemas.microsoft.com/office/drawing/2014/main" id="{1B31CE16-F43B-C74F-F2A3-E557670D50B7}"/>
              </a:ext>
            </a:extLst>
          </p:cNvPr>
          <p:cNvSpPr>
            <a:spLocks noGrp="1"/>
          </p:cNvSpPr>
          <p:nvPr>
            <p:ph type="pic" sz="quarter" idx="21"/>
          </p:nvPr>
        </p:nvSpPr>
        <p:spPr>
          <a:xfrm>
            <a:off x="2324729" y="1828078"/>
            <a:ext cx="1784834" cy="3002081"/>
          </a:xfrm>
          <a:prstGeom prst="rect">
            <a:avLst/>
          </a:prstGeom>
        </p:spPr>
        <p:txBody>
          <a:bodyPr/>
          <a:lstStyle>
            <a:lvl1pPr>
              <a:defRPr>
                <a:noFill/>
              </a:defRPr>
            </a:lvl1pPr>
          </a:lstStyle>
          <a:p>
            <a:endParaRPr lang="en-US" dirty="0"/>
          </a:p>
        </p:txBody>
      </p:sp>
      <p:sp>
        <p:nvSpPr>
          <p:cNvPr id="27" name="Picture Placeholder 11">
            <a:extLst>
              <a:ext uri="{FF2B5EF4-FFF2-40B4-BE49-F238E27FC236}">
                <a16:creationId xmlns:a16="http://schemas.microsoft.com/office/drawing/2014/main" id="{CA043411-CC38-A1D8-1734-DFB2506D4B33}"/>
              </a:ext>
            </a:extLst>
          </p:cNvPr>
          <p:cNvSpPr>
            <a:spLocks noGrp="1"/>
          </p:cNvSpPr>
          <p:nvPr>
            <p:ph type="pic" sz="quarter" idx="22"/>
          </p:nvPr>
        </p:nvSpPr>
        <p:spPr>
          <a:xfrm>
            <a:off x="4268559" y="1827356"/>
            <a:ext cx="1784834" cy="3002081"/>
          </a:xfrm>
          <a:prstGeom prst="rect">
            <a:avLst/>
          </a:prstGeom>
        </p:spPr>
        <p:txBody>
          <a:bodyPr/>
          <a:lstStyle>
            <a:lvl1pPr>
              <a:defRPr>
                <a:noFill/>
              </a:defRPr>
            </a:lvl1pPr>
          </a:lstStyle>
          <a:p>
            <a:endParaRPr lang="en-US" dirty="0"/>
          </a:p>
        </p:txBody>
      </p:sp>
      <p:sp>
        <p:nvSpPr>
          <p:cNvPr id="28" name="Picture Placeholder 11">
            <a:extLst>
              <a:ext uri="{FF2B5EF4-FFF2-40B4-BE49-F238E27FC236}">
                <a16:creationId xmlns:a16="http://schemas.microsoft.com/office/drawing/2014/main" id="{66D2730F-1B57-A04D-FDC5-CF3546C30A2F}"/>
              </a:ext>
            </a:extLst>
          </p:cNvPr>
          <p:cNvSpPr>
            <a:spLocks noGrp="1"/>
          </p:cNvSpPr>
          <p:nvPr>
            <p:ph type="pic" sz="quarter" idx="23"/>
          </p:nvPr>
        </p:nvSpPr>
        <p:spPr>
          <a:xfrm>
            <a:off x="6212388" y="1826632"/>
            <a:ext cx="1784834" cy="3002081"/>
          </a:xfrm>
          <a:prstGeom prst="rect">
            <a:avLst/>
          </a:prstGeom>
        </p:spPr>
        <p:txBody>
          <a:bodyPr/>
          <a:lstStyle>
            <a:lvl1pPr>
              <a:defRPr>
                <a:noFill/>
              </a:defRPr>
            </a:lvl1pPr>
          </a:lstStyle>
          <a:p>
            <a:endParaRPr lang="en-US" dirty="0"/>
          </a:p>
        </p:txBody>
      </p:sp>
      <p:sp>
        <p:nvSpPr>
          <p:cNvPr id="29" name="Picture Placeholder 11">
            <a:extLst>
              <a:ext uri="{FF2B5EF4-FFF2-40B4-BE49-F238E27FC236}">
                <a16:creationId xmlns:a16="http://schemas.microsoft.com/office/drawing/2014/main" id="{487144A6-71C2-1D74-5A62-3228EEAC50EE}"/>
              </a:ext>
            </a:extLst>
          </p:cNvPr>
          <p:cNvSpPr>
            <a:spLocks noGrp="1"/>
          </p:cNvSpPr>
          <p:nvPr>
            <p:ph type="pic" sz="quarter" idx="24"/>
          </p:nvPr>
        </p:nvSpPr>
        <p:spPr>
          <a:xfrm>
            <a:off x="8156217" y="1825908"/>
            <a:ext cx="1784834" cy="3002081"/>
          </a:xfrm>
          <a:prstGeom prst="rect">
            <a:avLst/>
          </a:prstGeom>
        </p:spPr>
        <p:txBody>
          <a:bodyPr/>
          <a:lstStyle>
            <a:lvl1pPr>
              <a:defRPr>
                <a:noFill/>
              </a:defRPr>
            </a:lvl1pPr>
          </a:lstStyle>
          <a:p>
            <a:endParaRPr lang="en-US" dirty="0"/>
          </a:p>
        </p:txBody>
      </p:sp>
      <p:sp>
        <p:nvSpPr>
          <p:cNvPr id="30" name="Picture Placeholder 11">
            <a:extLst>
              <a:ext uri="{FF2B5EF4-FFF2-40B4-BE49-F238E27FC236}">
                <a16:creationId xmlns:a16="http://schemas.microsoft.com/office/drawing/2014/main" id="{0FBB0AFF-9A30-0B6A-A691-9D101D95A662}"/>
              </a:ext>
            </a:extLst>
          </p:cNvPr>
          <p:cNvSpPr>
            <a:spLocks noGrp="1"/>
          </p:cNvSpPr>
          <p:nvPr>
            <p:ph type="pic" sz="quarter" idx="25"/>
          </p:nvPr>
        </p:nvSpPr>
        <p:spPr>
          <a:xfrm>
            <a:off x="10100046" y="1825185"/>
            <a:ext cx="1784834" cy="3002081"/>
          </a:xfrm>
          <a:prstGeom prst="rect">
            <a:avLst/>
          </a:prstGeom>
        </p:spPr>
        <p:txBody>
          <a:bodyPr/>
          <a:lstStyle>
            <a:lvl1pPr>
              <a:defRPr>
                <a:noFill/>
              </a:defRPr>
            </a:lvl1pPr>
          </a:lstStyle>
          <a:p>
            <a:endParaRPr lang="en-US" dirty="0"/>
          </a:p>
        </p:txBody>
      </p:sp>
      <p:sp>
        <p:nvSpPr>
          <p:cNvPr id="33" name="Text Placeholder 3">
            <a:extLst>
              <a:ext uri="{FF2B5EF4-FFF2-40B4-BE49-F238E27FC236}">
                <a16:creationId xmlns:a16="http://schemas.microsoft.com/office/drawing/2014/main" id="{53210370-F4A3-DD40-E2AC-F71FE6D11B0D}"/>
              </a:ext>
            </a:extLst>
          </p:cNvPr>
          <p:cNvSpPr>
            <a:spLocks noGrp="1"/>
          </p:cNvSpPr>
          <p:nvPr>
            <p:ph type="body" sz="quarter" idx="26" hasCustomPrompt="1"/>
          </p:nvPr>
        </p:nvSpPr>
        <p:spPr>
          <a:xfrm>
            <a:off x="2342310"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4" name="Straight Connector 33">
            <a:extLst>
              <a:ext uri="{FF2B5EF4-FFF2-40B4-BE49-F238E27FC236}">
                <a16:creationId xmlns:a16="http://schemas.microsoft.com/office/drawing/2014/main" id="{5B5D83D8-6CB2-5969-8972-79FA1ABF1A69}"/>
              </a:ext>
            </a:extLst>
          </p:cNvPr>
          <p:cNvCxnSpPr>
            <a:cxnSpLocks/>
          </p:cNvCxnSpPr>
          <p:nvPr userDrawn="1"/>
        </p:nvCxnSpPr>
        <p:spPr>
          <a:xfrm>
            <a:off x="2324730"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5" name="Text Placeholder 3">
            <a:extLst>
              <a:ext uri="{FF2B5EF4-FFF2-40B4-BE49-F238E27FC236}">
                <a16:creationId xmlns:a16="http://schemas.microsoft.com/office/drawing/2014/main" id="{659CC20A-CC32-E3C2-9A68-97521242BA7F}"/>
              </a:ext>
            </a:extLst>
          </p:cNvPr>
          <p:cNvSpPr>
            <a:spLocks noGrp="1"/>
          </p:cNvSpPr>
          <p:nvPr>
            <p:ph type="body" sz="quarter" idx="27" hasCustomPrompt="1"/>
          </p:nvPr>
        </p:nvSpPr>
        <p:spPr>
          <a:xfrm>
            <a:off x="4298319"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6" name="Straight Connector 35">
            <a:extLst>
              <a:ext uri="{FF2B5EF4-FFF2-40B4-BE49-F238E27FC236}">
                <a16:creationId xmlns:a16="http://schemas.microsoft.com/office/drawing/2014/main" id="{9874CA45-70E8-3953-55F8-B7EFD7513694}"/>
              </a:ext>
            </a:extLst>
          </p:cNvPr>
          <p:cNvCxnSpPr>
            <a:cxnSpLocks/>
          </p:cNvCxnSpPr>
          <p:nvPr userDrawn="1"/>
        </p:nvCxnSpPr>
        <p:spPr>
          <a:xfrm>
            <a:off x="4280739"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7" name="Text Placeholder 3">
            <a:extLst>
              <a:ext uri="{FF2B5EF4-FFF2-40B4-BE49-F238E27FC236}">
                <a16:creationId xmlns:a16="http://schemas.microsoft.com/office/drawing/2014/main" id="{6E4CE82A-5B97-05E5-6BE6-B197D2CEB53B}"/>
              </a:ext>
            </a:extLst>
          </p:cNvPr>
          <p:cNvSpPr>
            <a:spLocks noGrp="1"/>
          </p:cNvSpPr>
          <p:nvPr>
            <p:ph type="body" sz="quarter" idx="28" hasCustomPrompt="1"/>
          </p:nvPr>
        </p:nvSpPr>
        <p:spPr>
          <a:xfrm>
            <a:off x="6226263"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8" name="Straight Connector 37">
            <a:extLst>
              <a:ext uri="{FF2B5EF4-FFF2-40B4-BE49-F238E27FC236}">
                <a16:creationId xmlns:a16="http://schemas.microsoft.com/office/drawing/2014/main" id="{77E41E1C-4F0E-7DF1-6B52-A9765E76FDC6}"/>
              </a:ext>
            </a:extLst>
          </p:cNvPr>
          <p:cNvCxnSpPr>
            <a:cxnSpLocks/>
          </p:cNvCxnSpPr>
          <p:nvPr userDrawn="1"/>
        </p:nvCxnSpPr>
        <p:spPr>
          <a:xfrm>
            <a:off x="6208683"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9" name="Text Placeholder 3">
            <a:extLst>
              <a:ext uri="{FF2B5EF4-FFF2-40B4-BE49-F238E27FC236}">
                <a16:creationId xmlns:a16="http://schemas.microsoft.com/office/drawing/2014/main" id="{C1651523-03A0-ACE8-C457-2CC6ABFCCF5F}"/>
              </a:ext>
            </a:extLst>
          </p:cNvPr>
          <p:cNvSpPr>
            <a:spLocks noGrp="1"/>
          </p:cNvSpPr>
          <p:nvPr>
            <p:ph type="body" sz="quarter" idx="29" hasCustomPrompt="1"/>
          </p:nvPr>
        </p:nvSpPr>
        <p:spPr>
          <a:xfrm>
            <a:off x="8168857"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40" name="Straight Connector 39">
            <a:extLst>
              <a:ext uri="{FF2B5EF4-FFF2-40B4-BE49-F238E27FC236}">
                <a16:creationId xmlns:a16="http://schemas.microsoft.com/office/drawing/2014/main" id="{EB8A3A27-8029-07D6-EC86-6AA4B915C149}"/>
              </a:ext>
            </a:extLst>
          </p:cNvPr>
          <p:cNvCxnSpPr>
            <a:cxnSpLocks/>
          </p:cNvCxnSpPr>
          <p:nvPr userDrawn="1"/>
        </p:nvCxnSpPr>
        <p:spPr>
          <a:xfrm>
            <a:off x="8151277"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41" name="Text Placeholder 3">
            <a:extLst>
              <a:ext uri="{FF2B5EF4-FFF2-40B4-BE49-F238E27FC236}">
                <a16:creationId xmlns:a16="http://schemas.microsoft.com/office/drawing/2014/main" id="{70F0C0E4-4591-7014-CF63-581AA0E53518}"/>
              </a:ext>
            </a:extLst>
          </p:cNvPr>
          <p:cNvSpPr>
            <a:spLocks noGrp="1"/>
          </p:cNvSpPr>
          <p:nvPr>
            <p:ph type="body" sz="quarter" idx="30" hasCustomPrompt="1"/>
          </p:nvPr>
        </p:nvSpPr>
        <p:spPr>
          <a:xfrm>
            <a:off x="10124865"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42" name="Straight Connector 41">
            <a:extLst>
              <a:ext uri="{FF2B5EF4-FFF2-40B4-BE49-F238E27FC236}">
                <a16:creationId xmlns:a16="http://schemas.microsoft.com/office/drawing/2014/main" id="{42201389-196D-811E-5610-E0D5D6B3CE69}"/>
              </a:ext>
            </a:extLst>
          </p:cNvPr>
          <p:cNvCxnSpPr>
            <a:cxnSpLocks/>
          </p:cNvCxnSpPr>
          <p:nvPr userDrawn="1"/>
        </p:nvCxnSpPr>
        <p:spPr>
          <a:xfrm>
            <a:off x="10107286"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83E60A35-50B4-E467-BC26-641973EE174E}"/>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3236937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x Image (Horiz)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4" name="Text Placeholder 18">
            <a:extLst>
              <a:ext uri="{FF2B5EF4-FFF2-40B4-BE49-F238E27FC236}">
                <a16:creationId xmlns:a16="http://schemas.microsoft.com/office/drawing/2014/main" id="{8C076644-772B-2CC1-DC75-779A22CB9B06}"/>
              </a:ext>
            </a:extLst>
          </p:cNvPr>
          <p:cNvSpPr>
            <a:spLocks noGrp="1"/>
          </p:cNvSpPr>
          <p:nvPr>
            <p:ph type="body" sz="quarter" idx="16" hasCustomPrompt="1"/>
          </p:nvPr>
        </p:nvSpPr>
        <p:spPr>
          <a:xfrm>
            <a:off x="395185" y="368823"/>
            <a:ext cx="10870142"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SIX IMAGE – HORIZONTAL LOCKUP</a:t>
            </a:r>
          </a:p>
        </p:txBody>
      </p:sp>
      <p:sp>
        <p:nvSpPr>
          <p:cNvPr id="5" name="Picture Placeholder 11">
            <a:extLst>
              <a:ext uri="{FF2B5EF4-FFF2-40B4-BE49-F238E27FC236}">
                <a16:creationId xmlns:a16="http://schemas.microsoft.com/office/drawing/2014/main" id="{C58547A0-F0B1-3324-E266-045F74AAA52A}"/>
              </a:ext>
            </a:extLst>
          </p:cNvPr>
          <p:cNvSpPr>
            <a:spLocks noGrp="1"/>
          </p:cNvSpPr>
          <p:nvPr>
            <p:ph type="pic" sz="quarter" idx="10"/>
          </p:nvPr>
        </p:nvSpPr>
        <p:spPr>
          <a:xfrm>
            <a:off x="914163" y="1600200"/>
            <a:ext cx="3161476" cy="1600200"/>
          </a:xfrm>
          <a:prstGeom prst="rect">
            <a:avLst/>
          </a:prstGeom>
        </p:spPr>
        <p:txBody>
          <a:bodyPr/>
          <a:lstStyle>
            <a:lvl1pPr>
              <a:defRPr>
                <a:noFill/>
              </a:defRPr>
            </a:lvl1pPr>
          </a:lstStyle>
          <a:p>
            <a:endParaRPr lang="en-US" dirty="0"/>
          </a:p>
        </p:txBody>
      </p:sp>
      <p:sp>
        <p:nvSpPr>
          <p:cNvPr id="15" name="Text Placeholder 3">
            <a:extLst>
              <a:ext uri="{FF2B5EF4-FFF2-40B4-BE49-F238E27FC236}">
                <a16:creationId xmlns:a16="http://schemas.microsoft.com/office/drawing/2014/main" id="{4C0A2E90-A46D-D222-75DB-9AE070BB24D5}"/>
              </a:ext>
            </a:extLst>
          </p:cNvPr>
          <p:cNvSpPr>
            <a:spLocks noGrp="1"/>
          </p:cNvSpPr>
          <p:nvPr>
            <p:ph type="body" sz="quarter" idx="20" hasCustomPrompt="1"/>
          </p:nvPr>
        </p:nvSpPr>
        <p:spPr>
          <a:xfrm>
            <a:off x="918394"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6" name="Straight Connector 15">
            <a:extLst>
              <a:ext uri="{FF2B5EF4-FFF2-40B4-BE49-F238E27FC236}">
                <a16:creationId xmlns:a16="http://schemas.microsoft.com/office/drawing/2014/main" id="{A78E5E04-DC7B-8986-5BD1-5526BDB2E347}"/>
              </a:ext>
            </a:extLst>
          </p:cNvPr>
          <p:cNvCxnSpPr>
            <a:cxnSpLocks/>
          </p:cNvCxnSpPr>
          <p:nvPr userDrawn="1"/>
        </p:nvCxnSpPr>
        <p:spPr>
          <a:xfrm>
            <a:off x="900817"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7" name="Picture Placeholder 11">
            <a:extLst>
              <a:ext uri="{FF2B5EF4-FFF2-40B4-BE49-F238E27FC236}">
                <a16:creationId xmlns:a16="http://schemas.microsoft.com/office/drawing/2014/main" id="{58074A76-9659-8E0E-268C-89760E70C288}"/>
              </a:ext>
            </a:extLst>
          </p:cNvPr>
          <p:cNvSpPr>
            <a:spLocks noGrp="1"/>
          </p:cNvSpPr>
          <p:nvPr>
            <p:ph type="pic" sz="quarter" idx="21"/>
          </p:nvPr>
        </p:nvSpPr>
        <p:spPr>
          <a:xfrm>
            <a:off x="4513677" y="1600200"/>
            <a:ext cx="3161476" cy="1600200"/>
          </a:xfrm>
          <a:prstGeom prst="rect">
            <a:avLst/>
          </a:prstGeom>
        </p:spPr>
        <p:txBody>
          <a:bodyPr/>
          <a:lstStyle>
            <a:lvl1pPr>
              <a:defRPr>
                <a:noFill/>
              </a:defRPr>
            </a:lvl1pPr>
          </a:lstStyle>
          <a:p>
            <a:endParaRPr lang="en-US" dirty="0"/>
          </a:p>
        </p:txBody>
      </p:sp>
      <p:sp>
        <p:nvSpPr>
          <p:cNvPr id="18" name="Picture Placeholder 11">
            <a:extLst>
              <a:ext uri="{FF2B5EF4-FFF2-40B4-BE49-F238E27FC236}">
                <a16:creationId xmlns:a16="http://schemas.microsoft.com/office/drawing/2014/main" id="{4484E78F-B3F9-A68E-53AE-07846733B8D0}"/>
              </a:ext>
            </a:extLst>
          </p:cNvPr>
          <p:cNvSpPr>
            <a:spLocks noGrp="1"/>
          </p:cNvSpPr>
          <p:nvPr>
            <p:ph type="pic" sz="quarter" idx="22"/>
          </p:nvPr>
        </p:nvSpPr>
        <p:spPr>
          <a:xfrm>
            <a:off x="8113188" y="1600200"/>
            <a:ext cx="3161476" cy="1600200"/>
          </a:xfrm>
          <a:prstGeom prst="rect">
            <a:avLst/>
          </a:prstGeom>
        </p:spPr>
        <p:txBody>
          <a:bodyPr/>
          <a:lstStyle>
            <a:lvl1pPr>
              <a:defRPr>
                <a:noFill/>
              </a:defRPr>
            </a:lvl1pPr>
          </a:lstStyle>
          <a:p>
            <a:endParaRPr lang="en-US" dirty="0"/>
          </a:p>
        </p:txBody>
      </p:sp>
      <p:sp>
        <p:nvSpPr>
          <p:cNvPr id="19" name="Text Placeholder 3">
            <a:extLst>
              <a:ext uri="{FF2B5EF4-FFF2-40B4-BE49-F238E27FC236}">
                <a16:creationId xmlns:a16="http://schemas.microsoft.com/office/drawing/2014/main" id="{E678B279-82C4-06B1-E2C8-D603BDD1154F}"/>
              </a:ext>
            </a:extLst>
          </p:cNvPr>
          <p:cNvSpPr>
            <a:spLocks noGrp="1"/>
          </p:cNvSpPr>
          <p:nvPr>
            <p:ph type="body" sz="quarter" idx="25" hasCustomPrompt="1"/>
          </p:nvPr>
        </p:nvSpPr>
        <p:spPr>
          <a:xfrm>
            <a:off x="4541184"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0" name="Straight Connector 19">
            <a:extLst>
              <a:ext uri="{FF2B5EF4-FFF2-40B4-BE49-F238E27FC236}">
                <a16:creationId xmlns:a16="http://schemas.microsoft.com/office/drawing/2014/main" id="{7D4073D6-E742-0E31-78F2-2F8143CD8E3F}"/>
              </a:ext>
            </a:extLst>
          </p:cNvPr>
          <p:cNvCxnSpPr>
            <a:cxnSpLocks/>
          </p:cNvCxnSpPr>
          <p:nvPr userDrawn="1"/>
        </p:nvCxnSpPr>
        <p:spPr>
          <a:xfrm>
            <a:off x="4523606"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1" name="Text Placeholder 3">
            <a:extLst>
              <a:ext uri="{FF2B5EF4-FFF2-40B4-BE49-F238E27FC236}">
                <a16:creationId xmlns:a16="http://schemas.microsoft.com/office/drawing/2014/main" id="{16AAAFB2-5651-5926-6A0D-526A4E7F7417}"/>
              </a:ext>
            </a:extLst>
          </p:cNvPr>
          <p:cNvSpPr>
            <a:spLocks noGrp="1"/>
          </p:cNvSpPr>
          <p:nvPr>
            <p:ph type="body" sz="quarter" idx="26" hasCustomPrompt="1"/>
          </p:nvPr>
        </p:nvSpPr>
        <p:spPr>
          <a:xfrm>
            <a:off x="8113188"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2" name="Straight Connector 21">
            <a:extLst>
              <a:ext uri="{FF2B5EF4-FFF2-40B4-BE49-F238E27FC236}">
                <a16:creationId xmlns:a16="http://schemas.microsoft.com/office/drawing/2014/main" id="{842488E9-82A1-E242-C753-87C80D6BBBBA}"/>
              </a:ext>
            </a:extLst>
          </p:cNvPr>
          <p:cNvCxnSpPr>
            <a:cxnSpLocks/>
          </p:cNvCxnSpPr>
          <p:nvPr userDrawn="1"/>
        </p:nvCxnSpPr>
        <p:spPr>
          <a:xfrm>
            <a:off x="8095609"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3" name="Picture Placeholder 11">
            <a:extLst>
              <a:ext uri="{FF2B5EF4-FFF2-40B4-BE49-F238E27FC236}">
                <a16:creationId xmlns:a16="http://schemas.microsoft.com/office/drawing/2014/main" id="{04791F07-0544-7839-EAD7-BC902CE94290}"/>
              </a:ext>
            </a:extLst>
          </p:cNvPr>
          <p:cNvSpPr>
            <a:spLocks noGrp="1"/>
          </p:cNvSpPr>
          <p:nvPr>
            <p:ph type="pic" sz="quarter" idx="27"/>
          </p:nvPr>
        </p:nvSpPr>
        <p:spPr>
          <a:xfrm>
            <a:off x="909496" y="3885960"/>
            <a:ext cx="3161476" cy="1600200"/>
          </a:xfrm>
          <a:prstGeom prst="rect">
            <a:avLst/>
          </a:prstGeom>
        </p:spPr>
        <p:txBody>
          <a:bodyPr/>
          <a:lstStyle>
            <a:lvl1pPr>
              <a:defRPr>
                <a:noFill/>
              </a:defRPr>
            </a:lvl1pPr>
          </a:lstStyle>
          <a:p>
            <a:endParaRPr lang="en-US" dirty="0"/>
          </a:p>
        </p:txBody>
      </p:sp>
      <p:sp>
        <p:nvSpPr>
          <p:cNvPr id="24" name="Text Placeholder 3">
            <a:extLst>
              <a:ext uri="{FF2B5EF4-FFF2-40B4-BE49-F238E27FC236}">
                <a16:creationId xmlns:a16="http://schemas.microsoft.com/office/drawing/2014/main" id="{79269D9E-AA17-8D21-6405-FBAC8A5CE68F}"/>
              </a:ext>
            </a:extLst>
          </p:cNvPr>
          <p:cNvSpPr>
            <a:spLocks noGrp="1"/>
          </p:cNvSpPr>
          <p:nvPr>
            <p:ph type="body" sz="quarter" idx="28" hasCustomPrompt="1"/>
          </p:nvPr>
        </p:nvSpPr>
        <p:spPr>
          <a:xfrm>
            <a:off x="913726"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5" name="Straight Connector 24">
            <a:extLst>
              <a:ext uri="{FF2B5EF4-FFF2-40B4-BE49-F238E27FC236}">
                <a16:creationId xmlns:a16="http://schemas.microsoft.com/office/drawing/2014/main" id="{73584CC6-2D4B-FA7F-8D03-94DDB51DA8CC}"/>
              </a:ext>
            </a:extLst>
          </p:cNvPr>
          <p:cNvCxnSpPr>
            <a:cxnSpLocks/>
          </p:cNvCxnSpPr>
          <p:nvPr userDrawn="1"/>
        </p:nvCxnSpPr>
        <p:spPr>
          <a:xfrm>
            <a:off x="896147"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6" name="Picture Placeholder 11">
            <a:extLst>
              <a:ext uri="{FF2B5EF4-FFF2-40B4-BE49-F238E27FC236}">
                <a16:creationId xmlns:a16="http://schemas.microsoft.com/office/drawing/2014/main" id="{3C42C1E4-3B3A-91DA-1106-9EF577A485AA}"/>
              </a:ext>
            </a:extLst>
          </p:cNvPr>
          <p:cNvSpPr>
            <a:spLocks noGrp="1"/>
          </p:cNvSpPr>
          <p:nvPr>
            <p:ph type="pic" sz="quarter" idx="29"/>
          </p:nvPr>
        </p:nvSpPr>
        <p:spPr>
          <a:xfrm>
            <a:off x="4509006" y="3885960"/>
            <a:ext cx="3161476" cy="1600200"/>
          </a:xfrm>
          <a:prstGeom prst="rect">
            <a:avLst/>
          </a:prstGeom>
        </p:spPr>
        <p:txBody>
          <a:bodyPr/>
          <a:lstStyle>
            <a:lvl1pPr>
              <a:defRPr>
                <a:noFill/>
              </a:defRPr>
            </a:lvl1pPr>
          </a:lstStyle>
          <a:p>
            <a:endParaRPr lang="en-US" dirty="0"/>
          </a:p>
        </p:txBody>
      </p:sp>
      <p:sp>
        <p:nvSpPr>
          <p:cNvPr id="27" name="Picture Placeholder 11">
            <a:extLst>
              <a:ext uri="{FF2B5EF4-FFF2-40B4-BE49-F238E27FC236}">
                <a16:creationId xmlns:a16="http://schemas.microsoft.com/office/drawing/2014/main" id="{CE666EEC-40B4-12B3-D41D-905FDD92040C}"/>
              </a:ext>
            </a:extLst>
          </p:cNvPr>
          <p:cNvSpPr>
            <a:spLocks noGrp="1"/>
          </p:cNvSpPr>
          <p:nvPr>
            <p:ph type="pic" sz="quarter" idx="30"/>
          </p:nvPr>
        </p:nvSpPr>
        <p:spPr>
          <a:xfrm>
            <a:off x="8108521" y="3885960"/>
            <a:ext cx="3161476" cy="1600200"/>
          </a:xfrm>
          <a:prstGeom prst="rect">
            <a:avLst/>
          </a:prstGeom>
        </p:spPr>
        <p:txBody>
          <a:bodyPr/>
          <a:lstStyle>
            <a:lvl1pPr>
              <a:defRPr>
                <a:noFill/>
              </a:defRPr>
            </a:lvl1pPr>
          </a:lstStyle>
          <a:p>
            <a:endParaRPr lang="en-US" dirty="0"/>
          </a:p>
        </p:txBody>
      </p:sp>
      <p:sp>
        <p:nvSpPr>
          <p:cNvPr id="28" name="Text Placeholder 3">
            <a:extLst>
              <a:ext uri="{FF2B5EF4-FFF2-40B4-BE49-F238E27FC236}">
                <a16:creationId xmlns:a16="http://schemas.microsoft.com/office/drawing/2014/main" id="{7A4F4B58-F323-CE25-FCA2-A72F7DD14E8B}"/>
              </a:ext>
            </a:extLst>
          </p:cNvPr>
          <p:cNvSpPr>
            <a:spLocks noGrp="1"/>
          </p:cNvSpPr>
          <p:nvPr>
            <p:ph type="body" sz="quarter" idx="31" hasCustomPrompt="1"/>
          </p:nvPr>
        </p:nvSpPr>
        <p:spPr>
          <a:xfrm>
            <a:off x="4536516"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9" name="Straight Connector 28">
            <a:extLst>
              <a:ext uri="{FF2B5EF4-FFF2-40B4-BE49-F238E27FC236}">
                <a16:creationId xmlns:a16="http://schemas.microsoft.com/office/drawing/2014/main" id="{F634D474-8D67-89C8-652F-7C653AEBFCB4}"/>
              </a:ext>
            </a:extLst>
          </p:cNvPr>
          <p:cNvCxnSpPr>
            <a:cxnSpLocks/>
          </p:cNvCxnSpPr>
          <p:nvPr userDrawn="1"/>
        </p:nvCxnSpPr>
        <p:spPr>
          <a:xfrm>
            <a:off x="4518938"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0" name="Text Placeholder 3">
            <a:extLst>
              <a:ext uri="{FF2B5EF4-FFF2-40B4-BE49-F238E27FC236}">
                <a16:creationId xmlns:a16="http://schemas.microsoft.com/office/drawing/2014/main" id="{3D3FAFCF-058E-3798-AA36-9ED8AC34C0BE}"/>
              </a:ext>
            </a:extLst>
          </p:cNvPr>
          <p:cNvSpPr>
            <a:spLocks noGrp="1"/>
          </p:cNvSpPr>
          <p:nvPr>
            <p:ph type="body" sz="quarter" idx="32" hasCustomPrompt="1"/>
          </p:nvPr>
        </p:nvSpPr>
        <p:spPr>
          <a:xfrm>
            <a:off x="8108519"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1" name="Straight Connector 30">
            <a:extLst>
              <a:ext uri="{FF2B5EF4-FFF2-40B4-BE49-F238E27FC236}">
                <a16:creationId xmlns:a16="http://schemas.microsoft.com/office/drawing/2014/main" id="{3E8FEA91-15F8-D1D7-A9A0-A3932379C031}"/>
              </a:ext>
            </a:extLst>
          </p:cNvPr>
          <p:cNvCxnSpPr>
            <a:cxnSpLocks/>
          </p:cNvCxnSpPr>
          <p:nvPr userDrawn="1"/>
        </p:nvCxnSpPr>
        <p:spPr>
          <a:xfrm>
            <a:off x="8090941"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1CBAECE5-4B13-6FB4-CAE1-E4A44BBBDBEB}"/>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2" name="Slide Number">
            <a:extLst>
              <a:ext uri="{FF2B5EF4-FFF2-40B4-BE49-F238E27FC236}">
                <a16:creationId xmlns:a16="http://schemas.microsoft.com/office/drawing/2014/main" id="{B3C82EEF-E76F-9734-97B3-65F44997A7C8}"/>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Tree>
    <p:extLst>
      <p:ext uri="{BB962C8B-B14F-4D97-AF65-F5344CB8AC3E}">
        <p14:creationId xmlns:p14="http://schemas.microsoft.com/office/powerpoint/2010/main" val="2291125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x Image (Vert)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4" name="Text Placeholder 18">
            <a:extLst>
              <a:ext uri="{FF2B5EF4-FFF2-40B4-BE49-F238E27FC236}">
                <a16:creationId xmlns:a16="http://schemas.microsoft.com/office/drawing/2014/main" id="{8C076644-772B-2CC1-DC75-779A22CB9B06}"/>
              </a:ext>
            </a:extLst>
          </p:cNvPr>
          <p:cNvSpPr>
            <a:spLocks noGrp="1"/>
          </p:cNvSpPr>
          <p:nvPr>
            <p:ph type="body" sz="quarter" idx="16" hasCustomPrompt="1"/>
          </p:nvPr>
        </p:nvSpPr>
        <p:spPr>
          <a:xfrm>
            <a:off x="395185" y="368823"/>
            <a:ext cx="11031838"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SIX IMAGE – VERTICAL LOCKUP</a:t>
            </a:r>
          </a:p>
        </p:txBody>
      </p:sp>
      <p:sp>
        <p:nvSpPr>
          <p:cNvPr id="5" name="Picture Placeholder 11">
            <a:extLst>
              <a:ext uri="{FF2B5EF4-FFF2-40B4-BE49-F238E27FC236}">
                <a16:creationId xmlns:a16="http://schemas.microsoft.com/office/drawing/2014/main" id="{F0A88EF0-0D63-1238-2B77-31AF19A213D6}"/>
              </a:ext>
            </a:extLst>
          </p:cNvPr>
          <p:cNvSpPr>
            <a:spLocks noGrp="1"/>
          </p:cNvSpPr>
          <p:nvPr>
            <p:ph type="pic" sz="quarter" idx="10"/>
          </p:nvPr>
        </p:nvSpPr>
        <p:spPr>
          <a:xfrm>
            <a:off x="380901" y="1828802"/>
            <a:ext cx="1784834" cy="3002081"/>
          </a:xfrm>
          <a:prstGeom prst="rect">
            <a:avLst/>
          </a:prstGeom>
        </p:spPr>
        <p:txBody>
          <a:bodyPr/>
          <a:lstStyle>
            <a:lvl1pPr>
              <a:defRPr>
                <a:noFill/>
              </a:defRPr>
            </a:lvl1pPr>
          </a:lstStyle>
          <a:p>
            <a:endParaRPr lang="en-US" dirty="0"/>
          </a:p>
        </p:txBody>
      </p:sp>
      <p:sp>
        <p:nvSpPr>
          <p:cNvPr id="15" name="Text Placeholder 3">
            <a:extLst>
              <a:ext uri="{FF2B5EF4-FFF2-40B4-BE49-F238E27FC236}">
                <a16:creationId xmlns:a16="http://schemas.microsoft.com/office/drawing/2014/main" id="{BEF0E96F-38F4-3E9A-AEC8-3326A0F7B740}"/>
              </a:ext>
            </a:extLst>
          </p:cNvPr>
          <p:cNvSpPr>
            <a:spLocks noGrp="1"/>
          </p:cNvSpPr>
          <p:nvPr>
            <p:ph type="body" sz="quarter" idx="20" hasCustomPrompt="1"/>
          </p:nvPr>
        </p:nvSpPr>
        <p:spPr>
          <a:xfrm>
            <a:off x="386301"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6" name="Straight Connector 15">
            <a:extLst>
              <a:ext uri="{FF2B5EF4-FFF2-40B4-BE49-F238E27FC236}">
                <a16:creationId xmlns:a16="http://schemas.microsoft.com/office/drawing/2014/main" id="{1CFDE26B-43AF-C941-876B-61694E247E46}"/>
              </a:ext>
            </a:extLst>
          </p:cNvPr>
          <p:cNvCxnSpPr>
            <a:cxnSpLocks/>
          </p:cNvCxnSpPr>
          <p:nvPr userDrawn="1"/>
        </p:nvCxnSpPr>
        <p:spPr>
          <a:xfrm>
            <a:off x="368721"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7" name="Picture Placeholder 11">
            <a:extLst>
              <a:ext uri="{FF2B5EF4-FFF2-40B4-BE49-F238E27FC236}">
                <a16:creationId xmlns:a16="http://schemas.microsoft.com/office/drawing/2014/main" id="{9E4E2CA5-8FBB-B15B-826E-4A2448A30FEB}"/>
              </a:ext>
            </a:extLst>
          </p:cNvPr>
          <p:cNvSpPr>
            <a:spLocks noGrp="1"/>
          </p:cNvSpPr>
          <p:nvPr>
            <p:ph type="pic" sz="quarter" idx="21"/>
          </p:nvPr>
        </p:nvSpPr>
        <p:spPr>
          <a:xfrm>
            <a:off x="2324729" y="1828078"/>
            <a:ext cx="1784834" cy="3002081"/>
          </a:xfrm>
          <a:prstGeom prst="rect">
            <a:avLst/>
          </a:prstGeom>
        </p:spPr>
        <p:txBody>
          <a:bodyPr/>
          <a:lstStyle>
            <a:lvl1pPr>
              <a:defRPr>
                <a:noFill/>
              </a:defRPr>
            </a:lvl1pPr>
          </a:lstStyle>
          <a:p>
            <a:endParaRPr lang="en-US" dirty="0"/>
          </a:p>
        </p:txBody>
      </p:sp>
      <p:sp>
        <p:nvSpPr>
          <p:cNvPr id="18" name="Picture Placeholder 11">
            <a:extLst>
              <a:ext uri="{FF2B5EF4-FFF2-40B4-BE49-F238E27FC236}">
                <a16:creationId xmlns:a16="http://schemas.microsoft.com/office/drawing/2014/main" id="{23576E65-93F3-FD4E-CDFB-4AA697CC3ABF}"/>
              </a:ext>
            </a:extLst>
          </p:cNvPr>
          <p:cNvSpPr>
            <a:spLocks noGrp="1"/>
          </p:cNvSpPr>
          <p:nvPr>
            <p:ph type="pic" sz="quarter" idx="22"/>
          </p:nvPr>
        </p:nvSpPr>
        <p:spPr>
          <a:xfrm>
            <a:off x="4268559" y="1827356"/>
            <a:ext cx="1784834" cy="3002081"/>
          </a:xfrm>
          <a:prstGeom prst="rect">
            <a:avLst/>
          </a:prstGeom>
        </p:spPr>
        <p:txBody>
          <a:bodyPr/>
          <a:lstStyle>
            <a:lvl1pPr>
              <a:defRPr>
                <a:noFill/>
              </a:defRPr>
            </a:lvl1pPr>
          </a:lstStyle>
          <a:p>
            <a:endParaRPr lang="en-US" dirty="0"/>
          </a:p>
        </p:txBody>
      </p:sp>
      <p:sp>
        <p:nvSpPr>
          <p:cNvPr id="19" name="Picture Placeholder 11">
            <a:extLst>
              <a:ext uri="{FF2B5EF4-FFF2-40B4-BE49-F238E27FC236}">
                <a16:creationId xmlns:a16="http://schemas.microsoft.com/office/drawing/2014/main" id="{23479A00-CAC8-D56E-E718-FD0D3AF92530}"/>
              </a:ext>
            </a:extLst>
          </p:cNvPr>
          <p:cNvSpPr>
            <a:spLocks noGrp="1"/>
          </p:cNvSpPr>
          <p:nvPr>
            <p:ph type="pic" sz="quarter" idx="23"/>
          </p:nvPr>
        </p:nvSpPr>
        <p:spPr>
          <a:xfrm>
            <a:off x="6212388" y="1826632"/>
            <a:ext cx="1784834" cy="3002081"/>
          </a:xfrm>
          <a:prstGeom prst="rect">
            <a:avLst/>
          </a:prstGeom>
        </p:spPr>
        <p:txBody>
          <a:bodyPr/>
          <a:lstStyle>
            <a:lvl1pPr>
              <a:defRPr>
                <a:noFill/>
              </a:defRPr>
            </a:lvl1pPr>
          </a:lstStyle>
          <a:p>
            <a:endParaRPr lang="en-US" dirty="0"/>
          </a:p>
        </p:txBody>
      </p:sp>
      <p:sp>
        <p:nvSpPr>
          <p:cNvPr id="20" name="Picture Placeholder 11">
            <a:extLst>
              <a:ext uri="{FF2B5EF4-FFF2-40B4-BE49-F238E27FC236}">
                <a16:creationId xmlns:a16="http://schemas.microsoft.com/office/drawing/2014/main" id="{B6AB0336-55E0-CE50-9BB5-0BFAD7952FD2}"/>
              </a:ext>
            </a:extLst>
          </p:cNvPr>
          <p:cNvSpPr>
            <a:spLocks noGrp="1"/>
          </p:cNvSpPr>
          <p:nvPr>
            <p:ph type="pic" sz="quarter" idx="24"/>
          </p:nvPr>
        </p:nvSpPr>
        <p:spPr>
          <a:xfrm>
            <a:off x="8156217" y="1825908"/>
            <a:ext cx="1784834" cy="3002081"/>
          </a:xfrm>
          <a:prstGeom prst="rect">
            <a:avLst/>
          </a:prstGeom>
        </p:spPr>
        <p:txBody>
          <a:bodyPr/>
          <a:lstStyle>
            <a:lvl1pPr>
              <a:defRPr>
                <a:noFill/>
              </a:defRPr>
            </a:lvl1pPr>
          </a:lstStyle>
          <a:p>
            <a:endParaRPr lang="en-US" dirty="0"/>
          </a:p>
        </p:txBody>
      </p:sp>
      <p:sp>
        <p:nvSpPr>
          <p:cNvPr id="21" name="Picture Placeholder 11">
            <a:extLst>
              <a:ext uri="{FF2B5EF4-FFF2-40B4-BE49-F238E27FC236}">
                <a16:creationId xmlns:a16="http://schemas.microsoft.com/office/drawing/2014/main" id="{8DC415F0-245B-5A3D-A7B3-73C08685B8EF}"/>
              </a:ext>
            </a:extLst>
          </p:cNvPr>
          <p:cNvSpPr>
            <a:spLocks noGrp="1"/>
          </p:cNvSpPr>
          <p:nvPr>
            <p:ph type="pic" sz="quarter" idx="25"/>
          </p:nvPr>
        </p:nvSpPr>
        <p:spPr>
          <a:xfrm>
            <a:off x="10100046" y="1825185"/>
            <a:ext cx="1784834" cy="3002081"/>
          </a:xfrm>
          <a:prstGeom prst="rect">
            <a:avLst/>
          </a:prstGeom>
        </p:spPr>
        <p:txBody>
          <a:bodyPr/>
          <a:lstStyle>
            <a:lvl1pPr>
              <a:defRPr>
                <a:noFill/>
              </a:defRPr>
            </a:lvl1pPr>
          </a:lstStyle>
          <a:p>
            <a:endParaRPr lang="en-US" dirty="0"/>
          </a:p>
        </p:txBody>
      </p:sp>
      <p:sp>
        <p:nvSpPr>
          <p:cNvPr id="22" name="Text Placeholder 3">
            <a:extLst>
              <a:ext uri="{FF2B5EF4-FFF2-40B4-BE49-F238E27FC236}">
                <a16:creationId xmlns:a16="http://schemas.microsoft.com/office/drawing/2014/main" id="{188F25A1-FCD7-399F-C9F4-C3BA99EF2F6E}"/>
              </a:ext>
            </a:extLst>
          </p:cNvPr>
          <p:cNvSpPr>
            <a:spLocks noGrp="1"/>
          </p:cNvSpPr>
          <p:nvPr>
            <p:ph type="body" sz="quarter" idx="26" hasCustomPrompt="1"/>
          </p:nvPr>
        </p:nvSpPr>
        <p:spPr>
          <a:xfrm>
            <a:off x="2342310"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3" name="Straight Connector 22">
            <a:extLst>
              <a:ext uri="{FF2B5EF4-FFF2-40B4-BE49-F238E27FC236}">
                <a16:creationId xmlns:a16="http://schemas.microsoft.com/office/drawing/2014/main" id="{B50C3F9E-CE44-F946-6E4D-EB4FD3BA5262}"/>
              </a:ext>
            </a:extLst>
          </p:cNvPr>
          <p:cNvCxnSpPr>
            <a:cxnSpLocks/>
          </p:cNvCxnSpPr>
          <p:nvPr userDrawn="1"/>
        </p:nvCxnSpPr>
        <p:spPr>
          <a:xfrm>
            <a:off x="2324730"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3">
            <a:extLst>
              <a:ext uri="{FF2B5EF4-FFF2-40B4-BE49-F238E27FC236}">
                <a16:creationId xmlns:a16="http://schemas.microsoft.com/office/drawing/2014/main" id="{E0D967AB-263F-C2B9-5AA2-A5E2F8389ABE}"/>
              </a:ext>
            </a:extLst>
          </p:cNvPr>
          <p:cNvSpPr>
            <a:spLocks noGrp="1"/>
          </p:cNvSpPr>
          <p:nvPr>
            <p:ph type="body" sz="quarter" idx="27" hasCustomPrompt="1"/>
          </p:nvPr>
        </p:nvSpPr>
        <p:spPr>
          <a:xfrm>
            <a:off x="4298319"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5" name="Straight Connector 24">
            <a:extLst>
              <a:ext uri="{FF2B5EF4-FFF2-40B4-BE49-F238E27FC236}">
                <a16:creationId xmlns:a16="http://schemas.microsoft.com/office/drawing/2014/main" id="{BB6A5A98-E1AE-9960-D983-63F6265772FE}"/>
              </a:ext>
            </a:extLst>
          </p:cNvPr>
          <p:cNvCxnSpPr>
            <a:cxnSpLocks/>
          </p:cNvCxnSpPr>
          <p:nvPr userDrawn="1"/>
        </p:nvCxnSpPr>
        <p:spPr>
          <a:xfrm>
            <a:off x="4280739"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6" name="Text Placeholder 3">
            <a:extLst>
              <a:ext uri="{FF2B5EF4-FFF2-40B4-BE49-F238E27FC236}">
                <a16:creationId xmlns:a16="http://schemas.microsoft.com/office/drawing/2014/main" id="{55D71F12-7077-6372-AFF0-0FA92124FC05}"/>
              </a:ext>
            </a:extLst>
          </p:cNvPr>
          <p:cNvSpPr>
            <a:spLocks noGrp="1"/>
          </p:cNvSpPr>
          <p:nvPr>
            <p:ph type="body" sz="quarter" idx="28" hasCustomPrompt="1"/>
          </p:nvPr>
        </p:nvSpPr>
        <p:spPr>
          <a:xfrm>
            <a:off x="6226263"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7" name="Straight Connector 26">
            <a:extLst>
              <a:ext uri="{FF2B5EF4-FFF2-40B4-BE49-F238E27FC236}">
                <a16:creationId xmlns:a16="http://schemas.microsoft.com/office/drawing/2014/main" id="{1D31AFE1-C315-CBE6-72F6-C34718E147A8}"/>
              </a:ext>
            </a:extLst>
          </p:cNvPr>
          <p:cNvCxnSpPr>
            <a:cxnSpLocks/>
          </p:cNvCxnSpPr>
          <p:nvPr userDrawn="1"/>
        </p:nvCxnSpPr>
        <p:spPr>
          <a:xfrm>
            <a:off x="6208683"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8" name="Text Placeholder 3">
            <a:extLst>
              <a:ext uri="{FF2B5EF4-FFF2-40B4-BE49-F238E27FC236}">
                <a16:creationId xmlns:a16="http://schemas.microsoft.com/office/drawing/2014/main" id="{D47FE130-C413-2F76-D0BB-54DED3635DF0}"/>
              </a:ext>
            </a:extLst>
          </p:cNvPr>
          <p:cNvSpPr>
            <a:spLocks noGrp="1"/>
          </p:cNvSpPr>
          <p:nvPr>
            <p:ph type="body" sz="quarter" idx="29" hasCustomPrompt="1"/>
          </p:nvPr>
        </p:nvSpPr>
        <p:spPr>
          <a:xfrm>
            <a:off x="8168857"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9" name="Straight Connector 28">
            <a:extLst>
              <a:ext uri="{FF2B5EF4-FFF2-40B4-BE49-F238E27FC236}">
                <a16:creationId xmlns:a16="http://schemas.microsoft.com/office/drawing/2014/main" id="{3B0D70C2-4CF4-D8F9-1EF7-CC5D76F8235B}"/>
              </a:ext>
            </a:extLst>
          </p:cNvPr>
          <p:cNvCxnSpPr>
            <a:cxnSpLocks/>
          </p:cNvCxnSpPr>
          <p:nvPr userDrawn="1"/>
        </p:nvCxnSpPr>
        <p:spPr>
          <a:xfrm>
            <a:off x="8151277"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0" name="Text Placeholder 3">
            <a:extLst>
              <a:ext uri="{FF2B5EF4-FFF2-40B4-BE49-F238E27FC236}">
                <a16:creationId xmlns:a16="http://schemas.microsoft.com/office/drawing/2014/main" id="{C8A1BEB5-33E5-2C5F-C260-5E06640E332C}"/>
              </a:ext>
            </a:extLst>
          </p:cNvPr>
          <p:cNvSpPr>
            <a:spLocks noGrp="1"/>
          </p:cNvSpPr>
          <p:nvPr>
            <p:ph type="body" sz="quarter" idx="30" hasCustomPrompt="1"/>
          </p:nvPr>
        </p:nvSpPr>
        <p:spPr>
          <a:xfrm>
            <a:off x="10124865" y="5143259"/>
            <a:ext cx="1784834"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1" name="Straight Connector 30">
            <a:extLst>
              <a:ext uri="{FF2B5EF4-FFF2-40B4-BE49-F238E27FC236}">
                <a16:creationId xmlns:a16="http://schemas.microsoft.com/office/drawing/2014/main" id="{98D1F8A8-849F-1A3D-9C00-3C1AA4383BD3}"/>
              </a:ext>
            </a:extLst>
          </p:cNvPr>
          <p:cNvCxnSpPr>
            <a:cxnSpLocks/>
          </p:cNvCxnSpPr>
          <p:nvPr userDrawn="1"/>
        </p:nvCxnSpPr>
        <p:spPr>
          <a:xfrm>
            <a:off x="10107286" y="4991100"/>
            <a:ext cx="178483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A59A7B39-7C86-E8EC-B2C9-6E096F9D25CA}"/>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2" name="Slide Number">
            <a:extLst>
              <a:ext uri="{FF2B5EF4-FFF2-40B4-BE49-F238E27FC236}">
                <a16:creationId xmlns:a16="http://schemas.microsoft.com/office/drawing/2014/main" id="{1722E7A3-29CA-04D7-5370-0797DD8A5539}"/>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Tree>
    <p:extLst>
      <p:ext uri="{BB962C8B-B14F-4D97-AF65-F5344CB8AC3E}">
        <p14:creationId xmlns:p14="http://schemas.microsoft.com/office/powerpoint/2010/main" val="2158492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Image (Horiz)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1046048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FIVE IMAGE – HORIZONTAL LOCKUP</a:t>
            </a:r>
          </a:p>
        </p:txBody>
      </p:sp>
      <p:sp>
        <p:nvSpPr>
          <p:cNvPr id="7" name="Picture Placeholder 11">
            <a:extLst>
              <a:ext uri="{FF2B5EF4-FFF2-40B4-BE49-F238E27FC236}">
                <a16:creationId xmlns:a16="http://schemas.microsoft.com/office/drawing/2014/main" id="{889ECB46-A89A-3F2A-2C5E-2ABC9DBC82F4}"/>
              </a:ext>
            </a:extLst>
          </p:cNvPr>
          <p:cNvSpPr>
            <a:spLocks noGrp="1"/>
          </p:cNvSpPr>
          <p:nvPr>
            <p:ph type="pic" sz="quarter" idx="10"/>
          </p:nvPr>
        </p:nvSpPr>
        <p:spPr>
          <a:xfrm>
            <a:off x="914163" y="1600200"/>
            <a:ext cx="3161476" cy="1600200"/>
          </a:xfrm>
          <a:prstGeom prst="rect">
            <a:avLst/>
          </a:prstGeom>
        </p:spPr>
        <p:txBody>
          <a:bodyPr/>
          <a:lstStyle>
            <a:lvl1pPr>
              <a:defRPr>
                <a:noFill/>
              </a:defRPr>
            </a:lvl1pPr>
          </a:lstStyle>
          <a:p>
            <a:endParaRPr lang="en-US" dirty="0"/>
          </a:p>
        </p:txBody>
      </p:sp>
      <p:sp>
        <p:nvSpPr>
          <p:cNvPr id="12" name="Text Placeholder 3">
            <a:extLst>
              <a:ext uri="{FF2B5EF4-FFF2-40B4-BE49-F238E27FC236}">
                <a16:creationId xmlns:a16="http://schemas.microsoft.com/office/drawing/2014/main" id="{8E64B92E-790B-0C69-3BC6-BDC9A754739E}"/>
              </a:ext>
            </a:extLst>
          </p:cNvPr>
          <p:cNvSpPr>
            <a:spLocks noGrp="1"/>
          </p:cNvSpPr>
          <p:nvPr>
            <p:ph type="body" sz="quarter" idx="20" hasCustomPrompt="1"/>
          </p:nvPr>
        </p:nvSpPr>
        <p:spPr>
          <a:xfrm>
            <a:off x="918394"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3" name="Straight Connector 12">
            <a:extLst>
              <a:ext uri="{FF2B5EF4-FFF2-40B4-BE49-F238E27FC236}">
                <a16:creationId xmlns:a16="http://schemas.microsoft.com/office/drawing/2014/main" id="{237238D1-F73D-D6E6-C52F-60029D7F8F28}"/>
              </a:ext>
            </a:extLst>
          </p:cNvPr>
          <p:cNvCxnSpPr>
            <a:cxnSpLocks/>
          </p:cNvCxnSpPr>
          <p:nvPr userDrawn="1"/>
        </p:nvCxnSpPr>
        <p:spPr>
          <a:xfrm>
            <a:off x="900817"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5" name="Picture Placeholder 11">
            <a:extLst>
              <a:ext uri="{FF2B5EF4-FFF2-40B4-BE49-F238E27FC236}">
                <a16:creationId xmlns:a16="http://schemas.microsoft.com/office/drawing/2014/main" id="{35277691-EE76-4F35-1080-7232A53DEE60}"/>
              </a:ext>
            </a:extLst>
          </p:cNvPr>
          <p:cNvSpPr>
            <a:spLocks noGrp="1"/>
          </p:cNvSpPr>
          <p:nvPr>
            <p:ph type="pic" sz="quarter" idx="21"/>
          </p:nvPr>
        </p:nvSpPr>
        <p:spPr>
          <a:xfrm>
            <a:off x="4513677" y="1600200"/>
            <a:ext cx="3161476" cy="1600200"/>
          </a:xfrm>
          <a:prstGeom prst="rect">
            <a:avLst/>
          </a:prstGeom>
        </p:spPr>
        <p:txBody>
          <a:bodyPr/>
          <a:lstStyle>
            <a:lvl1pPr>
              <a:defRPr>
                <a:noFill/>
              </a:defRPr>
            </a:lvl1pPr>
          </a:lstStyle>
          <a:p>
            <a:endParaRPr lang="en-US" dirty="0"/>
          </a:p>
        </p:txBody>
      </p:sp>
      <p:sp>
        <p:nvSpPr>
          <p:cNvPr id="16" name="Picture Placeholder 11">
            <a:extLst>
              <a:ext uri="{FF2B5EF4-FFF2-40B4-BE49-F238E27FC236}">
                <a16:creationId xmlns:a16="http://schemas.microsoft.com/office/drawing/2014/main" id="{AB5AFEFB-7A57-3137-7316-049A7A5FBCE2}"/>
              </a:ext>
            </a:extLst>
          </p:cNvPr>
          <p:cNvSpPr>
            <a:spLocks noGrp="1"/>
          </p:cNvSpPr>
          <p:nvPr>
            <p:ph type="pic" sz="quarter" idx="22"/>
          </p:nvPr>
        </p:nvSpPr>
        <p:spPr>
          <a:xfrm>
            <a:off x="8113188" y="1600200"/>
            <a:ext cx="3161476" cy="1600200"/>
          </a:xfrm>
          <a:prstGeom prst="rect">
            <a:avLst/>
          </a:prstGeom>
        </p:spPr>
        <p:txBody>
          <a:bodyPr/>
          <a:lstStyle>
            <a:lvl1pPr>
              <a:defRPr>
                <a:noFill/>
              </a:defRPr>
            </a:lvl1pPr>
          </a:lstStyle>
          <a:p>
            <a:endParaRPr lang="en-US" dirty="0"/>
          </a:p>
        </p:txBody>
      </p:sp>
      <p:sp>
        <p:nvSpPr>
          <p:cNvPr id="17" name="Text Placeholder 3">
            <a:extLst>
              <a:ext uri="{FF2B5EF4-FFF2-40B4-BE49-F238E27FC236}">
                <a16:creationId xmlns:a16="http://schemas.microsoft.com/office/drawing/2014/main" id="{B5AE734D-B6DF-C6F8-E19D-FCDBA173AE00}"/>
              </a:ext>
            </a:extLst>
          </p:cNvPr>
          <p:cNvSpPr>
            <a:spLocks noGrp="1"/>
          </p:cNvSpPr>
          <p:nvPr>
            <p:ph type="body" sz="quarter" idx="25" hasCustomPrompt="1"/>
          </p:nvPr>
        </p:nvSpPr>
        <p:spPr>
          <a:xfrm>
            <a:off x="4541184"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1" name="Straight Connector 20">
            <a:extLst>
              <a:ext uri="{FF2B5EF4-FFF2-40B4-BE49-F238E27FC236}">
                <a16:creationId xmlns:a16="http://schemas.microsoft.com/office/drawing/2014/main" id="{0CF5119A-8074-9C7C-CE6C-CB6DB5BA6365}"/>
              </a:ext>
            </a:extLst>
          </p:cNvPr>
          <p:cNvCxnSpPr>
            <a:cxnSpLocks/>
          </p:cNvCxnSpPr>
          <p:nvPr userDrawn="1"/>
        </p:nvCxnSpPr>
        <p:spPr>
          <a:xfrm>
            <a:off x="4523606"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2" name="Text Placeholder 3">
            <a:extLst>
              <a:ext uri="{FF2B5EF4-FFF2-40B4-BE49-F238E27FC236}">
                <a16:creationId xmlns:a16="http://schemas.microsoft.com/office/drawing/2014/main" id="{08A65B41-8C47-E345-7F97-F23837A1B5B5}"/>
              </a:ext>
            </a:extLst>
          </p:cNvPr>
          <p:cNvSpPr>
            <a:spLocks noGrp="1"/>
          </p:cNvSpPr>
          <p:nvPr>
            <p:ph type="body" sz="quarter" idx="26" hasCustomPrompt="1"/>
          </p:nvPr>
        </p:nvSpPr>
        <p:spPr>
          <a:xfrm>
            <a:off x="8113188"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3" name="Straight Connector 22">
            <a:extLst>
              <a:ext uri="{FF2B5EF4-FFF2-40B4-BE49-F238E27FC236}">
                <a16:creationId xmlns:a16="http://schemas.microsoft.com/office/drawing/2014/main" id="{3BAE3583-1D72-222E-A80C-AFB0880E71E5}"/>
              </a:ext>
            </a:extLst>
          </p:cNvPr>
          <p:cNvCxnSpPr>
            <a:cxnSpLocks/>
          </p:cNvCxnSpPr>
          <p:nvPr userDrawn="1"/>
        </p:nvCxnSpPr>
        <p:spPr>
          <a:xfrm>
            <a:off x="8095609"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4" name="Picture Placeholder 11">
            <a:extLst>
              <a:ext uri="{FF2B5EF4-FFF2-40B4-BE49-F238E27FC236}">
                <a16:creationId xmlns:a16="http://schemas.microsoft.com/office/drawing/2014/main" id="{66F13B71-17E3-5BB8-30BF-CBA714AB474A}"/>
              </a:ext>
            </a:extLst>
          </p:cNvPr>
          <p:cNvSpPr>
            <a:spLocks noGrp="1"/>
          </p:cNvSpPr>
          <p:nvPr>
            <p:ph type="pic" sz="quarter" idx="27"/>
          </p:nvPr>
        </p:nvSpPr>
        <p:spPr>
          <a:xfrm>
            <a:off x="2761534" y="3885960"/>
            <a:ext cx="3161476" cy="1600200"/>
          </a:xfrm>
          <a:prstGeom prst="rect">
            <a:avLst/>
          </a:prstGeom>
        </p:spPr>
        <p:txBody>
          <a:bodyPr/>
          <a:lstStyle>
            <a:lvl1pPr>
              <a:defRPr>
                <a:noFill/>
              </a:defRPr>
            </a:lvl1pPr>
          </a:lstStyle>
          <a:p>
            <a:endParaRPr lang="en-US" dirty="0"/>
          </a:p>
        </p:txBody>
      </p:sp>
      <p:sp>
        <p:nvSpPr>
          <p:cNvPr id="25" name="Text Placeholder 3">
            <a:extLst>
              <a:ext uri="{FF2B5EF4-FFF2-40B4-BE49-F238E27FC236}">
                <a16:creationId xmlns:a16="http://schemas.microsoft.com/office/drawing/2014/main" id="{C030C9F6-7A9D-5B4F-7313-533D996BF6E2}"/>
              </a:ext>
            </a:extLst>
          </p:cNvPr>
          <p:cNvSpPr>
            <a:spLocks noGrp="1"/>
          </p:cNvSpPr>
          <p:nvPr>
            <p:ph type="body" sz="quarter" idx="28" hasCustomPrompt="1"/>
          </p:nvPr>
        </p:nvSpPr>
        <p:spPr>
          <a:xfrm>
            <a:off x="2765764"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6" name="Straight Connector 25">
            <a:extLst>
              <a:ext uri="{FF2B5EF4-FFF2-40B4-BE49-F238E27FC236}">
                <a16:creationId xmlns:a16="http://schemas.microsoft.com/office/drawing/2014/main" id="{951E1408-432D-3C90-B813-2D0CF739DED7}"/>
              </a:ext>
            </a:extLst>
          </p:cNvPr>
          <p:cNvCxnSpPr>
            <a:cxnSpLocks/>
          </p:cNvCxnSpPr>
          <p:nvPr userDrawn="1"/>
        </p:nvCxnSpPr>
        <p:spPr>
          <a:xfrm>
            <a:off x="2748185"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7" name="Picture Placeholder 11">
            <a:extLst>
              <a:ext uri="{FF2B5EF4-FFF2-40B4-BE49-F238E27FC236}">
                <a16:creationId xmlns:a16="http://schemas.microsoft.com/office/drawing/2014/main" id="{12E6EB31-DD13-6835-C1A1-BCF4D99661A7}"/>
              </a:ext>
            </a:extLst>
          </p:cNvPr>
          <p:cNvSpPr>
            <a:spLocks noGrp="1"/>
          </p:cNvSpPr>
          <p:nvPr>
            <p:ph type="pic" sz="quarter" idx="29"/>
          </p:nvPr>
        </p:nvSpPr>
        <p:spPr>
          <a:xfrm>
            <a:off x="6361044" y="3885960"/>
            <a:ext cx="3161476" cy="1600200"/>
          </a:xfrm>
          <a:prstGeom prst="rect">
            <a:avLst/>
          </a:prstGeom>
        </p:spPr>
        <p:txBody>
          <a:bodyPr/>
          <a:lstStyle>
            <a:lvl1pPr>
              <a:defRPr>
                <a:noFill/>
              </a:defRPr>
            </a:lvl1pPr>
          </a:lstStyle>
          <a:p>
            <a:endParaRPr lang="en-US" dirty="0"/>
          </a:p>
        </p:txBody>
      </p:sp>
      <p:sp>
        <p:nvSpPr>
          <p:cNvPr id="29" name="Text Placeholder 3">
            <a:extLst>
              <a:ext uri="{FF2B5EF4-FFF2-40B4-BE49-F238E27FC236}">
                <a16:creationId xmlns:a16="http://schemas.microsoft.com/office/drawing/2014/main" id="{5C356D5A-26A7-1090-1ED9-CFF43A807DF3}"/>
              </a:ext>
            </a:extLst>
          </p:cNvPr>
          <p:cNvSpPr>
            <a:spLocks noGrp="1"/>
          </p:cNvSpPr>
          <p:nvPr>
            <p:ph type="body" sz="quarter" idx="31" hasCustomPrompt="1"/>
          </p:nvPr>
        </p:nvSpPr>
        <p:spPr>
          <a:xfrm>
            <a:off x="6388553"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0" name="Straight Connector 29">
            <a:extLst>
              <a:ext uri="{FF2B5EF4-FFF2-40B4-BE49-F238E27FC236}">
                <a16:creationId xmlns:a16="http://schemas.microsoft.com/office/drawing/2014/main" id="{43C13EFE-5E4B-260E-DFFF-E0EDC5EC0DE6}"/>
              </a:ext>
            </a:extLst>
          </p:cNvPr>
          <p:cNvCxnSpPr>
            <a:cxnSpLocks/>
          </p:cNvCxnSpPr>
          <p:nvPr userDrawn="1"/>
        </p:nvCxnSpPr>
        <p:spPr>
          <a:xfrm>
            <a:off x="6370976"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D6581BE7-14F6-47BB-D942-B8B5EE1B4D80}"/>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1327376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ive Image (Vert)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5" y="368823"/>
            <a:ext cx="1027003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FIVE IMAGE – VERTICAL LOCKUP</a:t>
            </a:r>
          </a:p>
        </p:txBody>
      </p:sp>
      <p:sp>
        <p:nvSpPr>
          <p:cNvPr id="7" name="Picture Placeholder 11">
            <a:extLst>
              <a:ext uri="{FF2B5EF4-FFF2-40B4-BE49-F238E27FC236}">
                <a16:creationId xmlns:a16="http://schemas.microsoft.com/office/drawing/2014/main" id="{9D545AD9-23BC-B7C6-EFA9-93D5773497E6}"/>
              </a:ext>
            </a:extLst>
          </p:cNvPr>
          <p:cNvSpPr>
            <a:spLocks noGrp="1"/>
          </p:cNvSpPr>
          <p:nvPr>
            <p:ph type="pic" sz="quarter" idx="10"/>
          </p:nvPr>
        </p:nvSpPr>
        <p:spPr>
          <a:xfrm>
            <a:off x="554776" y="1828802"/>
            <a:ext cx="2013834" cy="3002081"/>
          </a:xfrm>
          <a:prstGeom prst="rect">
            <a:avLst/>
          </a:prstGeom>
        </p:spPr>
        <p:txBody>
          <a:bodyPr/>
          <a:lstStyle>
            <a:lvl1pPr>
              <a:defRPr>
                <a:noFill/>
              </a:defRPr>
            </a:lvl1pPr>
          </a:lstStyle>
          <a:p>
            <a:endParaRPr lang="en-US" dirty="0"/>
          </a:p>
        </p:txBody>
      </p:sp>
      <p:sp>
        <p:nvSpPr>
          <p:cNvPr id="15" name="Text Placeholder 3">
            <a:extLst>
              <a:ext uri="{FF2B5EF4-FFF2-40B4-BE49-F238E27FC236}">
                <a16:creationId xmlns:a16="http://schemas.microsoft.com/office/drawing/2014/main" id="{BD85D86D-68F9-BEAD-DC01-682E2DB4B0DD}"/>
              </a:ext>
            </a:extLst>
          </p:cNvPr>
          <p:cNvSpPr>
            <a:spLocks noGrp="1"/>
          </p:cNvSpPr>
          <p:nvPr>
            <p:ph type="body" sz="quarter" idx="20" hasCustomPrompt="1"/>
          </p:nvPr>
        </p:nvSpPr>
        <p:spPr>
          <a:xfrm>
            <a:off x="560179"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6" name="Straight Connector 15">
            <a:extLst>
              <a:ext uri="{FF2B5EF4-FFF2-40B4-BE49-F238E27FC236}">
                <a16:creationId xmlns:a16="http://schemas.microsoft.com/office/drawing/2014/main" id="{2AE1987D-DB73-7847-3516-8D0F6DC23468}"/>
              </a:ext>
            </a:extLst>
          </p:cNvPr>
          <p:cNvCxnSpPr>
            <a:cxnSpLocks/>
          </p:cNvCxnSpPr>
          <p:nvPr userDrawn="1"/>
        </p:nvCxnSpPr>
        <p:spPr>
          <a:xfrm>
            <a:off x="542598"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6" name="Picture Placeholder 11">
            <a:extLst>
              <a:ext uri="{FF2B5EF4-FFF2-40B4-BE49-F238E27FC236}">
                <a16:creationId xmlns:a16="http://schemas.microsoft.com/office/drawing/2014/main" id="{1B31CE16-F43B-C74F-F2A3-E557670D50B7}"/>
              </a:ext>
            </a:extLst>
          </p:cNvPr>
          <p:cNvSpPr>
            <a:spLocks noGrp="1"/>
          </p:cNvSpPr>
          <p:nvPr>
            <p:ph type="pic" sz="quarter" idx="21"/>
          </p:nvPr>
        </p:nvSpPr>
        <p:spPr>
          <a:xfrm>
            <a:off x="2845561" y="1828078"/>
            <a:ext cx="2013834" cy="3002081"/>
          </a:xfrm>
          <a:prstGeom prst="rect">
            <a:avLst/>
          </a:prstGeom>
        </p:spPr>
        <p:txBody>
          <a:bodyPr/>
          <a:lstStyle>
            <a:lvl1pPr>
              <a:defRPr>
                <a:noFill/>
              </a:defRPr>
            </a:lvl1pPr>
          </a:lstStyle>
          <a:p>
            <a:endParaRPr lang="en-US" dirty="0"/>
          </a:p>
        </p:txBody>
      </p:sp>
      <p:sp>
        <p:nvSpPr>
          <p:cNvPr id="27" name="Picture Placeholder 11">
            <a:extLst>
              <a:ext uri="{FF2B5EF4-FFF2-40B4-BE49-F238E27FC236}">
                <a16:creationId xmlns:a16="http://schemas.microsoft.com/office/drawing/2014/main" id="{CA043411-CC38-A1D8-1734-DFB2506D4B33}"/>
              </a:ext>
            </a:extLst>
          </p:cNvPr>
          <p:cNvSpPr>
            <a:spLocks noGrp="1"/>
          </p:cNvSpPr>
          <p:nvPr>
            <p:ph type="pic" sz="quarter" idx="22"/>
          </p:nvPr>
        </p:nvSpPr>
        <p:spPr>
          <a:xfrm>
            <a:off x="5136345" y="1827356"/>
            <a:ext cx="2013834" cy="3002081"/>
          </a:xfrm>
          <a:prstGeom prst="rect">
            <a:avLst/>
          </a:prstGeom>
        </p:spPr>
        <p:txBody>
          <a:bodyPr/>
          <a:lstStyle>
            <a:lvl1pPr>
              <a:defRPr>
                <a:noFill/>
              </a:defRPr>
            </a:lvl1pPr>
          </a:lstStyle>
          <a:p>
            <a:endParaRPr lang="en-US" dirty="0"/>
          </a:p>
        </p:txBody>
      </p:sp>
      <p:sp>
        <p:nvSpPr>
          <p:cNvPr id="28" name="Picture Placeholder 11">
            <a:extLst>
              <a:ext uri="{FF2B5EF4-FFF2-40B4-BE49-F238E27FC236}">
                <a16:creationId xmlns:a16="http://schemas.microsoft.com/office/drawing/2014/main" id="{66D2730F-1B57-A04D-FDC5-CF3546C30A2F}"/>
              </a:ext>
            </a:extLst>
          </p:cNvPr>
          <p:cNvSpPr>
            <a:spLocks noGrp="1"/>
          </p:cNvSpPr>
          <p:nvPr>
            <p:ph type="pic" sz="quarter" idx="23"/>
          </p:nvPr>
        </p:nvSpPr>
        <p:spPr>
          <a:xfrm>
            <a:off x="7427129" y="1826632"/>
            <a:ext cx="2013834" cy="3002081"/>
          </a:xfrm>
          <a:prstGeom prst="rect">
            <a:avLst/>
          </a:prstGeom>
        </p:spPr>
        <p:txBody>
          <a:bodyPr/>
          <a:lstStyle>
            <a:lvl1pPr>
              <a:defRPr>
                <a:noFill/>
              </a:defRPr>
            </a:lvl1pPr>
          </a:lstStyle>
          <a:p>
            <a:endParaRPr lang="en-US" dirty="0"/>
          </a:p>
        </p:txBody>
      </p:sp>
      <p:sp>
        <p:nvSpPr>
          <p:cNvPr id="29" name="Picture Placeholder 11">
            <a:extLst>
              <a:ext uri="{FF2B5EF4-FFF2-40B4-BE49-F238E27FC236}">
                <a16:creationId xmlns:a16="http://schemas.microsoft.com/office/drawing/2014/main" id="{487144A6-71C2-1D74-5A62-3228EEAC50EE}"/>
              </a:ext>
            </a:extLst>
          </p:cNvPr>
          <p:cNvSpPr>
            <a:spLocks noGrp="1"/>
          </p:cNvSpPr>
          <p:nvPr>
            <p:ph type="pic" sz="quarter" idx="24"/>
          </p:nvPr>
        </p:nvSpPr>
        <p:spPr>
          <a:xfrm>
            <a:off x="9717912" y="1825908"/>
            <a:ext cx="2013834" cy="3002081"/>
          </a:xfrm>
          <a:prstGeom prst="rect">
            <a:avLst/>
          </a:prstGeom>
        </p:spPr>
        <p:txBody>
          <a:bodyPr/>
          <a:lstStyle>
            <a:lvl1pPr>
              <a:defRPr>
                <a:noFill/>
              </a:defRPr>
            </a:lvl1pPr>
          </a:lstStyle>
          <a:p>
            <a:endParaRPr lang="en-US" dirty="0"/>
          </a:p>
        </p:txBody>
      </p:sp>
      <p:sp>
        <p:nvSpPr>
          <p:cNvPr id="17" name="Text Placeholder 3">
            <a:extLst>
              <a:ext uri="{FF2B5EF4-FFF2-40B4-BE49-F238E27FC236}">
                <a16:creationId xmlns:a16="http://schemas.microsoft.com/office/drawing/2014/main" id="{A39B51CC-7D0E-FA67-1111-D121ED93DA45}"/>
              </a:ext>
            </a:extLst>
          </p:cNvPr>
          <p:cNvSpPr>
            <a:spLocks noGrp="1"/>
          </p:cNvSpPr>
          <p:nvPr>
            <p:ph type="body" sz="quarter" idx="25" hasCustomPrompt="1"/>
          </p:nvPr>
        </p:nvSpPr>
        <p:spPr>
          <a:xfrm>
            <a:off x="2850962"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8" name="Straight Connector 17">
            <a:extLst>
              <a:ext uri="{FF2B5EF4-FFF2-40B4-BE49-F238E27FC236}">
                <a16:creationId xmlns:a16="http://schemas.microsoft.com/office/drawing/2014/main" id="{F642116D-2C96-3901-DD0E-2F1D0A149882}"/>
              </a:ext>
            </a:extLst>
          </p:cNvPr>
          <p:cNvCxnSpPr>
            <a:cxnSpLocks/>
          </p:cNvCxnSpPr>
          <p:nvPr userDrawn="1"/>
        </p:nvCxnSpPr>
        <p:spPr>
          <a:xfrm>
            <a:off x="2833383"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9" name="Text Placeholder 3">
            <a:extLst>
              <a:ext uri="{FF2B5EF4-FFF2-40B4-BE49-F238E27FC236}">
                <a16:creationId xmlns:a16="http://schemas.microsoft.com/office/drawing/2014/main" id="{0E235103-13E4-B04D-4835-BE63393B50DD}"/>
              </a:ext>
            </a:extLst>
          </p:cNvPr>
          <p:cNvSpPr>
            <a:spLocks noGrp="1"/>
          </p:cNvSpPr>
          <p:nvPr>
            <p:ph type="body" sz="quarter" idx="26" hasCustomPrompt="1"/>
          </p:nvPr>
        </p:nvSpPr>
        <p:spPr>
          <a:xfrm>
            <a:off x="5141745"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0" name="Straight Connector 19">
            <a:extLst>
              <a:ext uri="{FF2B5EF4-FFF2-40B4-BE49-F238E27FC236}">
                <a16:creationId xmlns:a16="http://schemas.microsoft.com/office/drawing/2014/main" id="{E677E825-4CF9-1EFD-1B25-C0628C816690}"/>
              </a:ext>
            </a:extLst>
          </p:cNvPr>
          <p:cNvCxnSpPr>
            <a:cxnSpLocks/>
          </p:cNvCxnSpPr>
          <p:nvPr userDrawn="1"/>
        </p:nvCxnSpPr>
        <p:spPr>
          <a:xfrm>
            <a:off x="5124166"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1" name="Text Placeholder 3">
            <a:extLst>
              <a:ext uri="{FF2B5EF4-FFF2-40B4-BE49-F238E27FC236}">
                <a16:creationId xmlns:a16="http://schemas.microsoft.com/office/drawing/2014/main" id="{8C5003E7-8959-81A7-8080-962F977636C1}"/>
              </a:ext>
            </a:extLst>
          </p:cNvPr>
          <p:cNvSpPr>
            <a:spLocks noGrp="1"/>
          </p:cNvSpPr>
          <p:nvPr>
            <p:ph type="body" sz="quarter" idx="27" hasCustomPrompt="1"/>
          </p:nvPr>
        </p:nvSpPr>
        <p:spPr>
          <a:xfrm>
            <a:off x="7432529"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2" name="Straight Connector 21">
            <a:extLst>
              <a:ext uri="{FF2B5EF4-FFF2-40B4-BE49-F238E27FC236}">
                <a16:creationId xmlns:a16="http://schemas.microsoft.com/office/drawing/2014/main" id="{370C239F-6A94-D61A-1D0D-F0B4A79A4D2C}"/>
              </a:ext>
            </a:extLst>
          </p:cNvPr>
          <p:cNvCxnSpPr>
            <a:cxnSpLocks/>
          </p:cNvCxnSpPr>
          <p:nvPr userDrawn="1"/>
        </p:nvCxnSpPr>
        <p:spPr>
          <a:xfrm>
            <a:off x="7414949"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3" name="Text Placeholder 3">
            <a:extLst>
              <a:ext uri="{FF2B5EF4-FFF2-40B4-BE49-F238E27FC236}">
                <a16:creationId xmlns:a16="http://schemas.microsoft.com/office/drawing/2014/main" id="{E3D956FC-097C-1E0F-71D2-864B168EA8F8}"/>
              </a:ext>
            </a:extLst>
          </p:cNvPr>
          <p:cNvSpPr>
            <a:spLocks noGrp="1"/>
          </p:cNvSpPr>
          <p:nvPr>
            <p:ph type="body" sz="quarter" idx="28" hasCustomPrompt="1"/>
          </p:nvPr>
        </p:nvSpPr>
        <p:spPr>
          <a:xfrm>
            <a:off x="9723312"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4" name="Straight Connector 23">
            <a:extLst>
              <a:ext uri="{FF2B5EF4-FFF2-40B4-BE49-F238E27FC236}">
                <a16:creationId xmlns:a16="http://schemas.microsoft.com/office/drawing/2014/main" id="{40F1C3A3-33C1-C841-576C-844492FF35B2}"/>
              </a:ext>
            </a:extLst>
          </p:cNvPr>
          <p:cNvCxnSpPr>
            <a:cxnSpLocks/>
          </p:cNvCxnSpPr>
          <p:nvPr userDrawn="1"/>
        </p:nvCxnSpPr>
        <p:spPr>
          <a:xfrm>
            <a:off x="9705732"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525F268A-7A60-158C-C989-6ED52CF69CB7}"/>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17348065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Image (Horiz)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4" name="Text Placeholder 18">
            <a:extLst>
              <a:ext uri="{FF2B5EF4-FFF2-40B4-BE49-F238E27FC236}">
                <a16:creationId xmlns:a16="http://schemas.microsoft.com/office/drawing/2014/main" id="{8C076644-772B-2CC1-DC75-779A22CB9B06}"/>
              </a:ext>
            </a:extLst>
          </p:cNvPr>
          <p:cNvSpPr>
            <a:spLocks noGrp="1"/>
          </p:cNvSpPr>
          <p:nvPr>
            <p:ph type="body" sz="quarter" idx="16" hasCustomPrompt="1"/>
          </p:nvPr>
        </p:nvSpPr>
        <p:spPr>
          <a:xfrm>
            <a:off x="395185" y="368823"/>
            <a:ext cx="10874810"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FIVE IMAGE – HORIZONTAL LOCKUP</a:t>
            </a:r>
          </a:p>
        </p:txBody>
      </p:sp>
      <p:sp>
        <p:nvSpPr>
          <p:cNvPr id="4" name="Picture Placeholder 11">
            <a:extLst>
              <a:ext uri="{FF2B5EF4-FFF2-40B4-BE49-F238E27FC236}">
                <a16:creationId xmlns:a16="http://schemas.microsoft.com/office/drawing/2014/main" id="{8E1DC376-7054-525D-CEFC-16FB2C3E745B}"/>
              </a:ext>
            </a:extLst>
          </p:cNvPr>
          <p:cNvSpPr>
            <a:spLocks noGrp="1"/>
          </p:cNvSpPr>
          <p:nvPr>
            <p:ph type="pic" sz="quarter" idx="10"/>
          </p:nvPr>
        </p:nvSpPr>
        <p:spPr>
          <a:xfrm>
            <a:off x="914163" y="1600200"/>
            <a:ext cx="3161476" cy="1600200"/>
          </a:xfrm>
          <a:prstGeom prst="rect">
            <a:avLst/>
          </a:prstGeom>
        </p:spPr>
        <p:txBody>
          <a:bodyPr/>
          <a:lstStyle>
            <a:lvl1pPr>
              <a:defRPr>
                <a:noFill/>
              </a:defRPr>
            </a:lvl1pPr>
          </a:lstStyle>
          <a:p>
            <a:endParaRPr lang="en-US" dirty="0"/>
          </a:p>
        </p:txBody>
      </p:sp>
      <p:sp>
        <p:nvSpPr>
          <p:cNvPr id="8" name="Text Placeholder 3">
            <a:extLst>
              <a:ext uri="{FF2B5EF4-FFF2-40B4-BE49-F238E27FC236}">
                <a16:creationId xmlns:a16="http://schemas.microsoft.com/office/drawing/2014/main" id="{D98D9388-B4E2-6F1B-8EAF-E26A6D2FE5B0}"/>
              </a:ext>
            </a:extLst>
          </p:cNvPr>
          <p:cNvSpPr>
            <a:spLocks noGrp="1"/>
          </p:cNvSpPr>
          <p:nvPr>
            <p:ph type="body" sz="quarter" idx="20" hasCustomPrompt="1"/>
          </p:nvPr>
        </p:nvSpPr>
        <p:spPr>
          <a:xfrm>
            <a:off x="918394"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9" name="Straight Connector 8">
            <a:extLst>
              <a:ext uri="{FF2B5EF4-FFF2-40B4-BE49-F238E27FC236}">
                <a16:creationId xmlns:a16="http://schemas.microsoft.com/office/drawing/2014/main" id="{4821E0D1-68D1-F7DB-D36A-ACEC92E4ACCC}"/>
              </a:ext>
            </a:extLst>
          </p:cNvPr>
          <p:cNvCxnSpPr>
            <a:cxnSpLocks/>
          </p:cNvCxnSpPr>
          <p:nvPr userDrawn="1"/>
        </p:nvCxnSpPr>
        <p:spPr>
          <a:xfrm>
            <a:off x="900817"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0" name="Picture Placeholder 11">
            <a:extLst>
              <a:ext uri="{FF2B5EF4-FFF2-40B4-BE49-F238E27FC236}">
                <a16:creationId xmlns:a16="http://schemas.microsoft.com/office/drawing/2014/main" id="{1CBAFA24-459E-FF4E-83C7-B317765325E0}"/>
              </a:ext>
            </a:extLst>
          </p:cNvPr>
          <p:cNvSpPr>
            <a:spLocks noGrp="1"/>
          </p:cNvSpPr>
          <p:nvPr>
            <p:ph type="pic" sz="quarter" idx="21"/>
          </p:nvPr>
        </p:nvSpPr>
        <p:spPr>
          <a:xfrm>
            <a:off x="4513677" y="1600200"/>
            <a:ext cx="3161476" cy="1600200"/>
          </a:xfrm>
          <a:prstGeom prst="rect">
            <a:avLst/>
          </a:prstGeom>
        </p:spPr>
        <p:txBody>
          <a:bodyPr/>
          <a:lstStyle>
            <a:lvl1pPr>
              <a:defRPr>
                <a:noFill/>
              </a:defRPr>
            </a:lvl1pPr>
          </a:lstStyle>
          <a:p>
            <a:endParaRPr lang="en-US" dirty="0"/>
          </a:p>
        </p:txBody>
      </p:sp>
      <p:sp>
        <p:nvSpPr>
          <p:cNvPr id="11" name="Picture Placeholder 11">
            <a:extLst>
              <a:ext uri="{FF2B5EF4-FFF2-40B4-BE49-F238E27FC236}">
                <a16:creationId xmlns:a16="http://schemas.microsoft.com/office/drawing/2014/main" id="{070FDCBD-477C-4D94-CB3D-C58F37B47018}"/>
              </a:ext>
            </a:extLst>
          </p:cNvPr>
          <p:cNvSpPr>
            <a:spLocks noGrp="1"/>
          </p:cNvSpPr>
          <p:nvPr>
            <p:ph type="pic" sz="quarter" idx="22"/>
          </p:nvPr>
        </p:nvSpPr>
        <p:spPr>
          <a:xfrm>
            <a:off x="8113188" y="1600200"/>
            <a:ext cx="3161476" cy="1600200"/>
          </a:xfrm>
          <a:prstGeom prst="rect">
            <a:avLst/>
          </a:prstGeom>
        </p:spPr>
        <p:txBody>
          <a:bodyPr/>
          <a:lstStyle>
            <a:lvl1pPr>
              <a:defRPr>
                <a:noFill/>
              </a:defRPr>
            </a:lvl1pPr>
          </a:lstStyle>
          <a:p>
            <a:endParaRPr lang="en-US" dirty="0"/>
          </a:p>
        </p:txBody>
      </p:sp>
      <p:sp>
        <p:nvSpPr>
          <p:cNvPr id="12" name="Text Placeholder 3">
            <a:extLst>
              <a:ext uri="{FF2B5EF4-FFF2-40B4-BE49-F238E27FC236}">
                <a16:creationId xmlns:a16="http://schemas.microsoft.com/office/drawing/2014/main" id="{EAD3972E-3833-9188-C646-FFA2F60FC210}"/>
              </a:ext>
            </a:extLst>
          </p:cNvPr>
          <p:cNvSpPr>
            <a:spLocks noGrp="1"/>
          </p:cNvSpPr>
          <p:nvPr>
            <p:ph type="body" sz="quarter" idx="25" hasCustomPrompt="1"/>
          </p:nvPr>
        </p:nvSpPr>
        <p:spPr>
          <a:xfrm>
            <a:off x="4541184"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3" name="Straight Connector 12">
            <a:extLst>
              <a:ext uri="{FF2B5EF4-FFF2-40B4-BE49-F238E27FC236}">
                <a16:creationId xmlns:a16="http://schemas.microsoft.com/office/drawing/2014/main" id="{467F1CC3-B6E8-8061-88D5-CBBBD5C21625}"/>
              </a:ext>
            </a:extLst>
          </p:cNvPr>
          <p:cNvCxnSpPr>
            <a:cxnSpLocks/>
          </p:cNvCxnSpPr>
          <p:nvPr userDrawn="1"/>
        </p:nvCxnSpPr>
        <p:spPr>
          <a:xfrm>
            <a:off x="4523606"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2" name="Text Placeholder 3">
            <a:extLst>
              <a:ext uri="{FF2B5EF4-FFF2-40B4-BE49-F238E27FC236}">
                <a16:creationId xmlns:a16="http://schemas.microsoft.com/office/drawing/2014/main" id="{C84591B7-1BDD-2304-7C78-76D080323697}"/>
              </a:ext>
            </a:extLst>
          </p:cNvPr>
          <p:cNvSpPr>
            <a:spLocks noGrp="1"/>
          </p:cNvSpPr>
          <p:nvPr>
            <p:ph type="body" sz="quarter" idx="26" hasCustomPrompt="1"/>
          </p:nvPr>
        </p:nvSpPr>
        <p:spPr>
          <a:xfrm>
            <a:off x="8113188" y="3429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3" name="Straight Connector 32">
            <a:extLst>
              <a:ext uri="{FF2B5EF4-FFF2-40B4-BE49-F238E27FC236}">
                <a16:creationId xmlns:a16="http://schemas.microsoft.com/office/drawing/2014/main" id="{CD6B0BC5-B641-9734-99A3-6EAD9A8D249C}"/>
              </a:ext>
            </a:extLst>
          </p:cNvPr>
          <p:cNvCxnSpPr>
            <a:cxnSpLocks/>
          </p:cNvCxnSpPr>
          <p:nvPr userDrawn="1"/>
        </p:nvCxnSpPr>
        <p:spPr>
          <a:xfrm>
            <a:off x="8095609" y="3314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4" name="Picture Placeholder 11">
            <a:extLst>
              <a:ext uri="{FF2B5EF4-FFF2-40B4-BE49-F238E27FC236}">
                <a16:creationId xmlns:a16="http://schemas.microsoft.com/office/drawing/2014/main" id="{568A5AC7-90C9-CB0F-2E41-6260FA532A51}"/>
              </a:ext>
            </a:extLst>
          </p:cNvPr>
          <p:cNvSpPr>
            <a:spLocks noGrp="1"/>
          </p:cNvSpPr>
          <p:nvPr>
            <p:ph type="pic" sz="quarter" idx="27"/>
          </p:nvPr>
        </p:nvSpPr>
        <p:spPr>
          <a:xfrm>
            <a:off x="2761534" y="3885960"/>
            <a:ext cx="3161476" cy="1600200"/>
          </a:xfrm>
          <a:prstGeom prst="rect">
            <a:avLst/>
          </a:prstGeom>
        </p:spPr>
        <p:txBody>
          <a:bodyPr/>
          <a:lstStyle>
            <a:lvl1pPr>
              <a:defRPr>
                <a:noFill/>
              </a:defRPr>
            </a:lvl1pPr>
          </a:lstStyle>
          <a:p>
            <a:endParaRPr lang="en-US" dirty="0"/>
          </a:p>
        </p:txBody>
      </p:sp>
      <p:sp>
        <p:nvSpPr>
          <p:cNvPr id="35" name="Text Placeholder 3">
            <a:extLst>
              <a:ext uri="{FF2B5EF4-FFF2-40B4-BE49-F238E27FC236}">
                <a16:creationId xmlns:a16="http://schemas.microsoft.com/office/drawing/2014/main" id="{D718B31F-1D43-8E2F-4563-2114FF3087BB}"/>
              </a:ext>
            </a:extLst>
          </p:cNvPr>
          <p:cNvSpPr>
            <a:spLocks noGrp="1"/>
          </p:cNvSpPr>
          <p:nvPr>
            <p:ph type="body" sz="quarter" idx="28" hasCustomPrompt="1"/>
          </p:nvPr>
        </p:nvSpPr>
        <p:spPr>
          <a:xfrm>
            <a:off x="2765764"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6" name="Straight Connector 35">
            <a:extLst>
              <a:ext uri="{FF2B5EF4-FFF2-40B4-BE49-F238E27FC236}">
                <a16:creationId xmlns:a16="http://schemas.microsoft.com/office/drawing/2014/main" id="{FBAE1E1F-FE84-8110-3C68-D1F162354FA8}"/>
              </a:ext>
            </a:extLst>
          </p:cNvPr>
          <p:cNvCxnSpPr>
            <a:cxnSpLocks/>
          </p:cNvCxnSpPr>
          <p:nvPr userDrawn="1"/>
        </p:nvCxnSpPr>
        <p:spPr>
          <a:xfrm>
            <a:off x="2748185"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7" name="Picture Placeholder 11">
            <a:extLst>
              <a:ext uri="{FF2B5EF4-FFF2-40B4-BE49-F238E27FC236}">
                <a16:creationId xmlns:a16="http://schemas.microsoft.com/office/drawing/2014/main" id="{090668E5-1288-1131-2338-86E2BA1AB36B}"/>
              </a:ext>
            </a:extLst>
          </p:cNvPr>
          <p:cNvSpPr>
            <a:spLocks noGrp="1"/>
          </p:cNvSpPr>
          <p:nvPr>
            <p:ph type="pic" sz="quarter" idx="29"/>
          </p:nvPr>
        </p:nvSpPr>
        <p:spPr>
          <a:xfrm>
            <a:off x="6361044" y="3885960"/>
            <a:ext cx="3161476" cy="1600200"/>
          </a:xfrm>
          <a:prstGeom prst="rect">
            <a:avLst/>
          </a:prstGeom>
        </p:spPr>
        <p:txBody>
          <a:bodyPr/>
          <a:lstStyle>
            <a:lvl1pPr>
              <a:defRPr>
                <a:noFill/>
              </a:defRPr>
            </a:lvl1pPr>
          </a:lstStyle>
          <a:p>
            <a:endParaRPr lang="en-US" dirty="0"/>
          </a:p>
        </p:txBody>
      </p:sp>
      <p:sp>
        <p:nvSpPr>
          <p:cNvPr id="38" name="Text Placeholder 3">
            <a:extLst>
              <a:ext uri="{FF2B5EF4-FFF2-40B4-BE49-F238E27FC236}">
                <a16:creationId xmlns:a16="http://schemas.microsoft.com/office/drawing/2014/main" id="{6156957E-8B9E-B900-3183-31A4C1DC5E43}"/>
              </a:ext>
            </a:extLst>
          </p:cNvPr>
          <p:cNvSpPr>
            <a:spLocks noGrp="1"/>
          </p:cNvSpPr>
          <p:nvPr>
            <p:ph type="body" sz="quarter" idx="31" hasCustomPrompt="1"/>
          </p:nvPr>
        </p:nvSpPr>
        <p:spPr>
          <a:xfrm>
            <a:off x="6388553" y="5715001"/>
            <a:ext cx="3157244" cy="343140"/>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9" name="Straight Connector 38">
            <a:extLst>
              <a:ext uri="{FF2B5EF4-FFF2-40B4-BE49-F238E27FC236}">
                <a16:creationId xmlns:a16="http://schemas.microsoft.com/office/drawing/2014/main" id="{82EC1928-7A9E-D883-6015-6570AD4494E1}"/>
              </a:ext>
            </a:extLst>
          </p:cNvPr>
          <p:cNvCxnSpPr>
            <a:cxnSpLocks/>
          </p:cNvCxnSpPr>
          <p:nvPr userDrawn="1"/>
        </p:nvCxnSpPr>
        <p:spPr>
          <a:xfrm>
            <a:off x="6370976" y="5600700"/>
            <a:ext cx="3174388"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 name="Slide Number">
            <a:extLst>
              <a:ext uri="{FF2B5EF4-FFF2-40B4-BE49-F238E27FC236}">
                <a16:creationId xmlns:a16="http://schemas.microsoft.com/office/drawing/2014/main" id="{B7229015-574B-B4D2-1687-B473E0122E80}"/>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A9247ABA-7DBC-0A98-96C4-1E8FECE439C6}"/>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26192746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ive Image (Vert)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4" name="Text Placeholder 18">
            <a:extLst>
              <a:ext uri="{FF2B5EF4-FFF2-40B4-BE49-F238E27FC236}">
                <a16:creationId xmlns:a16="http://schemas.microsoft.com/office/drawing/2014/main" id="{8C076644-772B-2CC1-DC75-779A22CB9B06}"/>
              </a:ext>
            </a:extLst>
          </p:cNvPr>
          <p:cNvSpPr>
            <a:spLocks noGrp="1"/>
          </p:cNvSpPr>
          <p:nvPr>
            <p:ph type="body" sz="quarter" idx="16" hasCustomPrompt="1"/>
          </p:nvPr>
        </p:nvSpPr>
        <p:spPr>
          <a:xfrm>
            <a:off x="395186" y="368823"/>
            <a:ext cx="11069928"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FIVE IMAGE – VERTICAL LOCKUP</a:t>
            </a:r>
          </a:p>
        </p:txBody>
      </p:sp>
      <p:sp>
        <p:nvSpPr>
          <p:cNvPr id="4" name="Picture Placeholder 11">
            <a:extLst>
              <a:ext uri="{FF2B5EF4-FFF2-40B4-BE49-F238E27FC236}">
                <a16:creationId xmlns:a16="http://schemas.microsoft.com/office/drawing/2014/main" id="{3AC484BF-BDA9-8D63-456B-C833B0995917}"/>
              </a:ext>
            </a:extLst>
          </p:cNvPr>
          <p:cNvSpPr>
            <a:spLocks noGrp="1"/>
          </p:cNvSpPr>
          <p:nvPr>
            <p:ph type="pic" sz="quarter" idx="10"/>
          </p:nvPr>
        </p:nvSpPr>
        <p:spPr>
          <a:xfrm>
            <a:off x="554776" y="1828802"/>
            <a:ext cx="2013834" cy="3002081"/>
          </a:xfrm>
          <a:prstGeom prst="rect">
            <a:avLst/>
          </a:prstGeom>
        </p:spPr>
        <p:txBody>
          <a:bodyPr/>
          <a:lstStyle>
            <a:lvl1pPr>
              <a:defRPr>
                <a:noFill/>
              </a:defRPr>
            </a:lvl1pPr>
          </a:lstStyle>
          <a:p>
            <a:endParaRPr lang="en-US" dirty="0"/>
          </a:p>
        </p:txBody>
      </p:sp>
      <p:sp>
        <p:nvSpPr>
          <p:cNvPr id="8" name="Text Placeholder 3">
            <a:extLst>
              <a:ext uri="{FF2B5EF4-FFF2-40B4-BE49-F238E27FC236}">
                <a16:creationId xmlns:a16="http://schemas.microsoft.com/office/drawing/2014/main" id="{6BD0347E-CAA3-1FB3-3396-4AE2E8B42CBB}"/>
              </a:ext>
            </a:extLst>
          </p:cNvPr>
          <p:cNvSpPr>
            <a:spLocks noGrp="1"/>
          </p:cNvSpPr>
          <p:nvPr>
            <p:ph type="body" sz="quarter" idx="20" hasCustomPrompt="1"/>
          </p:nvPr>
        </p:nvSpPr>
        <p:spPr>
          <a:xfrm>
            <a:off x="560179"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9" name="Straight Connector 8">
            <a:extLst>
              <a:ext uri="{FF2B5EF4-FFF2-40B4-BE49-F238E27FC236}">
                <a16:creationId xmlns:a16="http://schemas.microsoft.com/office/drawing/2014/main" id="{65D803D2-DE4D-72EF-DD16-E75853D67AB9}"/>
              </a:ext>
            </a:extLst>
          </p:cNvPr>
          <p:cNvCxnSpPr>
            <a:cxnSpLocks/>
          </p:cNvCxnSpPr>
          <p:nvPr userDrawn="1"/>
        </p:nvCxnSpPr>
        <p:spPr>
          <a:xfrm>
            <a:off x="542598"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0" name="Picture Placeholder 11">
            <a:extLst>
              <a:ext uri="{FF2B5EF4-FFF2-40B4-BE49-F238E27FC236}">
                <a16:creationId xmlns:a16="http://schemas.microsoft.com/office/drawing/2014/main" id="{A372329E-F525-EF50-F16E-4C57F13B72E9}"/>
              </a:ext>
            </a:extLst>
          </p:cNvPr>
          <p:cNvSpPr>
            <a:spLocks noGrp="1"/>
          </p:cNvSpPr>
          <p:nvPr>
            <p:ph type="pic" sz="quarter" idx="21"/>
          </p:nvPr>
        </p:nvSpPr>
        <p:spPr>
          <a:xfrm>
            <a:off x="2845561" y="1828078"/>
            <a:ext cx="2013834" cy="3002081"/>
          </a:xfrm>
          <a:prstGeom prst="rect">
            <a:avLst/>
          </a:prstGeom>
        </p:spPr>
        <p:txBody>
          <a:bodyPr/>
          <a:lstStyle>
            <a:lvl1pPr>
              <a:defRPr>
                <a:noFill/>
              </a:defRPr>
            </a:lvl1pPr>
          </a:lstStyle>
          <a:p>
            <a:endParaRPr lang="en-US" dirty="0"/>
          </a:p>
        </p:txBody>
      </p:sp>
      <p:sp>
        <p:nvSpPr>
          <p:cNvPr id="11" name="Picture Placeholder 11">
            <a:extLst>
              <a:ext uri="{FF2B5EF4-FFF2-40B4-BE49-F238E27FC236}">
                <a16:creationId xmlns:a16="http://schemas.microsoft.com/office/drawing/2014/main" id="{8E80C50D-7255-A2AD-3213-1996539783BD}"/>
              </a:ext>
            </a:extLst>
          </p:cNvPr>
          <p:cNvSpPr>
            <a:spLocks noGrp="1"/>
          </p:cNvSpPr>
          <p:nvPr>
            <p:ph type="pic" sz="quarter" idx="22"/>
          </p:nvPr>
        </p:nvSpPr>
        <p:spPr>
          <a:xfrm>
            <a:off x="5136345" y="1827356"/>
            <a:ext cx="2013834" cy="3002081"/>
          </a:xfrm>
          <a:prstGeom prst="rect">
            <a:avLst/>
          </a:prstGeom>
        </p:spPr>
        <p:txBody>
          <a:bodyPr/>
          <a:lstStyle>
            <a:lvl1pPr>
              <a:defRPr>
                <a:noFill/>
              </a:defRPr>
            </a:lvl1pPr>
          </a:lstStyle>
          <a:p>
            <a:endParaRPr lang="en-US" dirty="0"/>
          </a:p>
        </p:txBody>
      </p:sp>
      <p:sp>
        <p:nvSpPr>
          <p:cNvPr id="12" name="Picture Placeholder 11">
            <a:extLst>
              <a:ext uri="{FF2B5EF4-FFF2-40B4-BE49-F238E27FC236}">
                <a16:creationId xmlns:a16="http://schemas.microsoft.com/office/drawing/2014/main" id="{086F035F-3387-5D79-8B83-0724E1A9A1A0}"/>
              </a:ext>
            </a:extLst>
          </p:cNvPr>
          <p:cNvSpPr>
            <a:spLocks noGrp="1"/>
          </p:cNvSpPr>
          <p:nvPr>
            <p:ph type="pic" sz="quarter" idx="23"/>
          </p:nvPr>
        </p:nvSpPr>
        <p:spPr>
          <a:xfrm>
            <a:off x="7427129" y="1826632"/>
            <a:ext cx="2013834" cy="3002081"/>
          </a:xfrm>
          <a:prstGeom prst="rect">
            <a:avLst/>
          </a:prstGeom>
        </p:spPr>
        <p:txBody>
          <a:bodyPr/>
          <a:lstStyle>
            <a:lvl1pPr>
              <a:defRPr>
                <a:noFill/>
              </a:defRPr>
            </a:lvl1pPr>
          </a:lstStyle>
          <a:p>
            <a:endParaRPr lang="en-US" dirty="0"/>
          </a:p>
        </p:txBody>
      </p:sp>
      <p:sp>
        <p:nvSpPr>
          <p:cNvPr id="13" name="Picture Placeholder 11">
            <a:extLst>
              <a:ext uri="{FF2B5EF4-FFF2-40B4-BE49-F238E27FC236}">
                <a16:creationId xmlns:a16="http://schemas.microsoft.com/office/drawing/2014/main" id="{5BB794EF-26CB-642A-8A8C-FECE5ED21798}"/>
              </a:ext>
            </a:extLst>
          </p:cNvPr>
          <p:cNvSpPr>
            <a:spLocks noGrp="1"/>
          </p:cNvSpPr>
          <p:nvPr>
            <p:ph type="pic" sz="quarter" idx="24"/>
          </p:nvPr>
        </p:nvSpPr>
        <p:spPr>
          <a:xfrm>
            <a:off x="9717912" y="1825908"/>
            <a:ext cx="2013834" cy="3002081"/>
          </a:xfrm>
          <a:prstGeom prst="rect">
            <a:avLst/>
          </a:prstGeom>
        </p:spPr>
        <p:txBody>
          <a:bodyPr/>
          <a:lstStyle>
            <a:lvl1pPr>
              <a:defRPr>
                <a:noFill/>
              </a:defRPr>
            </a:lvl1pPr>
          </a:lstStyle>
          <a:p>
            <a:endParaRPr lang="en-US" dirty="0"/>
          </a:p>
        </p:txBody>
      </p:sp>
      <p:sp>
        <p:nvSpPr>
          <p:cNvPr id="32" name="Text Placeholder 3">
            <a:extLst>
              <a:ext uri="{FF2B5EF4-FFF2-40B4-BE49-F238E27FC236}">
                <a16:creationId xmlns:a16="http://schemas.microsoft.com/office/drawing/2014/main" id="{F80EF229-1267-4B2B-3033-722B8CEE62D5}"/>
              </a:ext>
            </a:extLst>
          </p:cNvPr>
          <p:cNvSpPr>
            <a:spLocks noGrp="1"/>
          </p:cNvSpPr>
          <p:nvPr>
            <p:ph type="body" sz="quarter" idx="25" hasCustomPrompt="1"/>
          </p:nvPr>
        </p:nvSpPr>
        <p:spPr>
          <a:xfrm>
            <a:off x="2850962"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3" name="Straight Connector 32">
            <a:extLst>
              <a:ext uri="{FF2B5EF4-FFF2-40B4-BE49-F238E27FC236}">
                <a16:creationId xmlns:a16="http://schemas.microsoft.com/office/drawing/2014/main" id="{CA00FFCC-A851-7CCF-9540-CC978A90FEAC}"/>
              </a:ext>
            </a:extLst>
          </p:cNvPr>
          <p:cNvCxnSpPr>
            <a:cxnSpLocks/>
          </p:cNvCxnSpPr>
          <p:nvPr userDrawn="1"/>
        </p:nvCxnSpPr>
        <p:spPr>
          <a:xfrm>
            <a:off x="2833383"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4" name="Text Placeholder 3">
            <a:extLst>
              <a:ext uri="{FF2B5EF4-FFF2-40B4-BE49-F238E27FC236}">
                <a16:creationId xmlns:a16="http://schemas.microsoft.com/office/drawing/2014/main" id="{2067B0C3-DDAD-C454-C787-47260EB91E98}"/>
              </a:ext>
            </a:extLst>
          </p:cNvPr>
          <p:cNvSpPr>
            <a:spLocks noGrp="1"/>
          </p:cNvSpPr>
          <p:nvPr>
            <p:ph type="body" sz="quarter" idx="26" hasCustomPrompt="1"/>
          </p:nvPr>
        </p:nvSpPr>
        <p:spPr>
          <a:xfrm>
            <a:off x="5141745"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5" name="Straight Connector 34">
            <a:extLst>
              <a:ext uri="{FF2B5EF4-FFF2-40B4-BE49-F238E27FC236}">
                <a16:creationId xmlns:a16="http://schemas.microsoft.com/office/drawing/2014/main" id="{53ED375F-2E7B-5F9A-477F-62AF561B81FD}"/>
              </a:ext>
            </a:extLst>
          </p:cNvPr>
          <p:cNvCxnSpPr>
            <a:cxnSpLocks/>
          </p:cNvCxnSpPr>
          <p:nvPr userDrawn="1"/>
        </p:nvCxnSpPr>
        <p:spPr>
          <a:xfrm>
            <a:off x="5124166"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6" name="Text Placeholder 3">
            <a:extLst>
              <a:ext uri="{FF2B5EF4-FFF2-40B4-BE49-F238E27FC236}">
                <a16:creationId xmlns:a16="http://schemas.microsoft.com/office/drawing/2014/main" id="{56EF1825-1DE3-AC5A-3A72-ADBB33A9FF35}"/>
              </a:ext>
            </a:extLst>
          </p:cNvPr>
          <p:cNvSpPr>
            <a:spLocks noGrp="1"/>
          </p:cNvSpPr>
          <p:nvPr>
            <p:ph type="body" sz="quarter" idx="27" hasCustomPrompt="1"/>
          </p:nvPr>
        </p:nvSpPr>
        <p:spPr>
          <a:xfrm>
            <a:off x="7432529"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7" name="Straight Connector 36">
            <a:extLst>
              <a:ext uri="{FF2B5EF4-FFF2-40B4-BE49-F238E27FC236}">
                <a16:creationId xmlns:a16="http://schemas.microsoft.com/office/drawing/2014/main" id="{4E30F926-F766-FDA4-CD6F-79B00B3FF116}"/>
              </a:ext>
            </a:extLst>
          </p:cNvPr>
          <p:cNvCxnSpPr>
            <a:cxnSpLocks/>
          </p:cNvCxnSpPr>
          <p:nvPr userDrawn="1"/>
        </p:nvCxnSpPr>
        <p:spPr>
          <a:xfrm>
            <a:off x="7414949"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8" name="Text Placeholder 3">
            <a:extLst>
              <a:ext uri="{FF2B5EF4-FFF2-40B4-BE49-F238E27FC236}">
                <a16:creationId xmlns:a16="http://schemas.microsoft.com/office/drawing/2014/main" id="{B73C8B9A-31F4-A0A9-2CF7-028DD99036B5}"/>
              </a:ext>
            </a:extLst>
          </p:cNvPr>
          <p:cNvSpPr>
            <a:spLocks noGrp="1"/>
          </p:cNvSpPr>
          <p:nvPr>
            <p:ph type="body" sz="quarter" idx="28" hasCustomPrompt="1"/>
          </p:nvPr>
        </p:nvSpPr>
        <p:spPr>
          <a:xfrm>
            <a:off x="9723312" y="5143259"/>
            <a:ext cx="2008433" cy="724143"/>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9" name="Straight Connector 38">
            <a:extLst>
              <a:ext uri="{FF2B5EF4-FFF2-40B4-BE49-F238E27FC236}">
                <a16:creationId xmlns:a16="http://schemas.microsoft.com/office/drawing/2014/main" id="{9535403A-389F-B799-1B79-433E53B6AE77}"/>
              </a:ext>
            </a:extLst>
          </p:cNvPr>
          <p:cNvCxnSpPr>
            <a:cxnSpLocks/>
          </p:cNvCxnSpPr>
          <p:nvPr userDrawn="1"/>
        </p:nvCxnSpPr>
        <p:spPr>
          <a:xfrm>
            <a:off x="9705732" y="4991100"/>
            <a:ext cx="200843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 name="Slide Number">
            <a:extLst>
              <a:ext uri="{FF2B5EF4-FFF2-40B4-BE49-F238E27FC236}">
                <a16:creationId xmlns:a16="http://schemas.microsoft.com/office/drawing/2014/main" id="{72D463C8-9561-8073-01A4-34C6D78EB930}"/>
              </a:ext>
            </a:extLst>
          </p:cNvPr>
          <p:cNvSpPr txBox="1">
            <a:spLocks/>
          </p:cNvSpPr>
          <p:nvPr userDrawn="1"/>
        </p:nvSpPr>
        <p:spPr>
          <a:xfrm>
            <a:off x="167458" y="6492364"/>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51579D49-F9FB-EB50-0494-2267855A3FB7}"/>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11611032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Image (Horiz)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12" name="Picture Placeholder 11">
            <a:extLst>
              <a:ext uri="{FF2B5EF4-FFF2-40B4-BE49-F238E27FC236}">
                <a16:creationId xmlns:a16="http://schemas.microsoft.com/office/drawing/2014/main" id="{0BFFF7BF-8CEF-D9E6-35C8-0977503CA9AF}"/>
              </a:ext>
            </a:extLst>
          </p:cNvPr>
          <p:cNvSpPr>
            <a:spLocks noGrp="1"/>
          </p:cNvSpPr>
          <p:nvPr>
            <p:ph type="pic" sz="quarter" idx="10"/>
          </p:nvPr>
        </p:nvSpPr>
        <p:spPr>
          <a:xfrm>
            <a:off x="1525070" y="1639959"/>
            <a:ext cx="4094684" cy="1455937"/>
          </a:xfrm>
          <a:prstGeom prst="rect">
            <a:avLst/>
          </a:prstGeom>
        </p:spPr>
        <p:txBody>
          <a:bodyPr/>
          <a:lstStyle>
            <a:lvl1pPr>
              <a:defRPr>
                <a:noFill/>
              </a:defRPr>
            </a:lvl1pPr>
          </a:lstStyle>
          <a:p>
            <a:endParaRPr lang="en-US" dirty="0"/>
          </a:p>
        </p:txBody>
      </p:sp>
      <p:sp>
        <p:nvSpPr>
          <p:cNvPr id="3" name="Picture Placeholder 11">
            <a:extLst>
              <a:ext uri="{FF2B5EF4-FFF2-40B4-BE49-F238E27FC236}">
                <a16:creationId xmlns:a16="http://schemas.microsoft.com/office/drawing/2014/main" id="{DFCFCE3D-E4E5-3025-C597-FEE8F6E4F22F}"/>
              </a:ext>
            </a:extLst>
          </p:cNvPr>
          <p:cNvSpPr>
            <a:spLocks noGrp="1"/>
          </p:cNvSpPr>
          <p:nvPr>
            <p:ph type="pic" sz="quarter" idx="11"/>
          </p:nvPr>
        </p:nvSpPr>
        <p:spPr>
          <a:xfrm>
            <a:off x="6075369" y="1638302"/>
            <a:ext cx="4094684" cy="1455937"/>
          </a:xfrm>
          <a:prstGeom prst="rect">
            <a:avLst/>
          </a:prstGeom>
        </p:spPr>
        <p:txBody>
          <a:bodyPr/>
          <a:lstStyle>
            <a:lvl1pPr>
              <a:defRPr>
                <a:noFill/>
              </a:defRPr>
            </a:lvl1pPr>
          </a:lstStyle>
          <a:p>
            <a:endParaRPr lang="en-US"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10689028"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FOUR IMAGE – HORIZONTAL LOCKUP</a:t>
            </a:r>
          </a:p>
        </p:txBody>
      </p:sp>
      <p:sp>
        <p:nvSpPr>
          <p:cNvPr id="10" name="Picture Placeholder 11">
            <a:extLst>
              <a:ext uri="{FF2B5EF4-FFF2-40B4-BE49-F238E27FC236}">
                <a16:creationId xmlns:a16="http://schemas.microsoft.com/office/drawing/2014/main" id="{3F594E96-47B5-2A42-CCE4-F39878D6C8B3}"/>
              </a:ext>
            </a:extLst>
          </p:cNvPr>
          <p:cNvSpPr>
            <a:spLocks noGrp="1"/>
          </p:cNvSpPr>
          <p:nvPr>
            <p:ph type="pic" sz="quarter" idx="17"/>
          </p:nvPr>
        </p:nvSpPr>
        <p:spPr>
          <a:xfrm>
            <a:off x="1525070" y="3994022"/>
            <a:ext cx="4094684" cy="1455937"/>
          </a:xfrm>
          <a:prstGeom prst="rect">
            <a:avLst/>
          </a:prstGeom>
        </p:spPr>
        <p:txBody>
          <a:bodyPr/>
          <a:lstStyle>
            <a:lvl1pPr>
              <a:defRPr>
                <a:noFill/>
              </a:defRPr>
            </a:lvl1pPr>
          </a:lstStyle>
          <a:p>
            <a:endParaRPr lang="en-US" dirty="0"/>
          </a:p>
        </p:txBody>
      </p:sp>
      <p:sp>
        <p:nvSpPr>
          <p:cNvPr id="11" name="Picture Placeholder 11">
            <a:extLst>
              <a:ext uri="{FF2B5EF4-FFF2-40B4-BE49-F238E27FC236}">
                <a16:creationId xmlns:a16="http://schemas.microsoft.com/office/drawing/2014/main" id="{2E065835-8DA5-4452-3839-C2BA1D05D2F1}"/>
              </a:ext>
            </a:extLst>
          </p:cNvPr>
          <p:cNvSpPr>
            <a:spLocks noGrp="1"/>
          </p:cNvSpPr>
          <p:nvPr>
            <p:ph type="pic" sz="quarter" idx="18"/>
          </p:nvPr>
        </p:nvSpPr>
        <p:spPr>
          <a:xfrm>
            <a:off x="6075369" y="3992365"/>
            <a:ext cx="4094684" cy="1455937"/>
          </a:xfrm>
          <a:prstGeom prst="rect">
            <a:avLst/>
          </a:prstGeom>
        </p:spPr>
        <p:txBody>
          <a:bodyPr/>
          <a:lstStyle>
            <a:lvl1pPr>
              <a:defRPr>
                <a:noFill/>
              </a:defRPr>
            </a:lvl1pPr>
          </a:lstStyle>
          <a:p>
            <a:endParaRPr lang="en-US" dirty="0"/>
          </a:p>
        </p:txBody>
      </p:sp>
      <p:sp>
        <p:nvSpPr>
          <p:cNvPr id="17" name="Text Placeholder 3">
            <a:extLst>
              <a:ext uri="{FF2B5EF4-FFF2-40B4-BE49-F238E27FC236}">
                <a16:creationId xmlns:a16="http://schemas.microsoft.com/office/drawing/2014/main" id="{08262A7A-6863-1588-14E1-13A6D160AAEF}"/>
              </a:ext>
            </a:extLst>
          </p:cNvPr>
          <p:cNvSpPr>
            <a:spLocks noGrp="1"/>
          </p:cNvSpPr>
          <p:nvPr>
            <p:ph type="body" sz="quarter" idx="24" hasCustomPrompt="1"/>
          </p:nvPr>
        </p:nvSpPr>
        <p:spPr>
          <a:xfrm>
            <a:off x="1525068" y="3363778"/>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8" name="Straight Connector 17">
            <a:extLst>
              <a:ext uri="{FF2B5EF4-FFF2-40B4-BE49-F238E27FC236}">
                <a16:creationId xmlns:a16="http://schemas.microsoft.com/office/drawing/2014/main" id="{5FD00E11-516A-293E-1670-CE8CC13DCE7B}"/>
              </a:ext>
            </a:extLst>
          </p:cNvPr>
          <p:cNvCxnSpPr>
            <a:cxnSpLocks/>
          </p:cNvCxnSpPr>
          <p:nvPr userDrawn="1"/>
        </p:nvCxnSpPr>
        <p:spPr>
          <a:xfrm>
            <a:off x="1507491" y="3246544"/>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2" name="Text Placeholder 3">
            <a:extLst>
              <a:ext uri="{FF2B5EF4-FFF2-40B4-BE49-F238E27FC236}">
                <a16:creationId xmlns:a16="http://schemas.microsoft.com/office/drawing/2014/main" id="{206978C6-744D-D7D7-F3AA-10134708ADE2}"/>
              </a:ext>
            </a:extLst>
          </p:cNvPr>
          <p:cNvSpPr>
            <a:spLocks noGrp="1"/>
          </p:cNvSpPr>
          <p:nvPr>
            <p:ph type="body" sz="quarter" idx="25" hasCustomPrompt="1"/>
          </p:nvPr>
        </p:nvSpPr>
        <p:spPr>
          <a:xfrm>
            <a:off x="6092947" y="3363778"/>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3" name="Straight Connector 32">
            <a:extLst>
              <a:ext uri="{FF2B5EF4-FFF2-40B4-BE49-F238E27FC236}">
                <a16:creationId xmlns:a16="http://schemas.microsoft.com/office/drawing/2014/main" id="{0D294E24-D676-54B4-D3D0-092255AA4A85}"/>
              </a:ext>
            </a:extLst>
          </p:cNvPr>
          <p:cNvCxnSpPr>
            <a:cxnSpLocks/>
          </p:cNvCxnSpPr>
          <p:nvPr userDrawn="1"/>
        </p:nvCxnSpPr>
        <p:spPr>
          <a:xfrm>
            <a:off x="6075370" y="3246544"/>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4" name="Text Placeholder 3">
            <a:extLst>
              <a:ext uri="{FF2B5EF4-FFF2-40B4-BE49-F238E27FC236}">
                <a16:creationId xmlns:a16="http://schemas.microsoft.com/office/drawing/2014/main" id="{0DD787BC-5EA0-E2AB-8E2F-AB830E98F74C}"/>
              </a:ext>
            </a:extLst>
          </p:cNvPr>
          <p:cNvSpPr>
            <a:spLocks noGrp="1"/>
          </p:cNvSpPr>
          <p:nvPr>
            <p:ph type="body" sz="quarter" idx="26" hasCustomPrompt="1"/>
          </p:nvPr>
        </p:nvSpPr>
        <p:spPr>
          <a:xfrm>
            <a:off x="1545579" y="5717934"/>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5" name="Straight Connector 34">
            <a:extLst>
              <a:ext uri="{FF2B5EF4-FFF2-40B4-BE49-F238E27FC236}">
                <a16:creationId xmlns:a16="http://schemas.microsoft.com/office/drawing/2014/main" id="{322D83DE-BDCE-3C77-25DF-162300DDE51A}"/>
              </a:ext>
            </a:extLst>
          </p:cNvPr>
          <p:cNvCxnSpPr>
            <a:cxnSpLocks/>
          </p:cNvCxnSpPr>
          <p:nvPr userDrawn="1"/>
        </p:nvCxnSpPr>
        <p:spPr>
          <a:xfrm>
            <a:off x="1528002" y="5600700"/>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6" name="Text Placeholder 3">
            <a:extLst>
              <a:ext uri="{FF2B5EF4-FFF2-40B4-BE49-F238E27FC236}">
                <a16:creationId xmlns:a16="http://schemas.microsoft.com/office/drawing/2014/main" id="{E3D807B0-712F-DA8D-B9F8-55DE5DA67619}"/>
              </a:ext>
            </a:extLst>
          </p:cNvPr>
          <p:cNvSpPr>
            <a:spLocks noGrp="1"/>
          </p:cNvSpPr>
          <p:nvPr>
            <p:ph type="body" sz="quarter" idx="27" hasCustomPrompt="1"/>
          </p:nvPr>
        </p:nvSpPr>
        <p:spPr>
          <a:xfrm>
            <a:off x="6113457" y="5717934"/>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7" name="Straight Connector 36">
            <a:extLst>
              <a:ext uri="{FF2B5EF4-FFF2-40B4-BE49-F238E27FC236}">
                <a16:creationId xmlns:a16="http://schemas.microsoft.com/office/drawing/2014/main" id="{6611E584-87D8-9B0C-C2EC-87E3C021B4B9}"/>
              </a:ext>
            </a:extLst>
          </p:cNvPr>
          <p:cNvCxnSpPr>
            <a:cxnSpLocks/>
          </p:cNvCxnSpPr>
          <p:nvPr userDrawn="1"/>
        </p:nvCxnSpPr>
        <p:spPr>
          <a:xfrm>
            <a:off x="6095880" y="5600700"/>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0B8FBE89-93E5-6456-F331-FAB57A79A2DD}"/>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2310918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Image (Vert) ALL Domain">
    <p:spTree>
      <p:nvGrpSpPr>
        <p:cNvPr id="1" name=""/>
        <p:cNvGrpSpPr/>
        <p:nvPr/>
      </p:nvGrpSpPr>
      <p:grpSpPr>
        <a:xfrm>
          <a:off x="0" y="0"/>
          <a:ext cx="0" cy="0"/>
          <a:chOff x="0" y="0"/>
          <a:chExt cx="0" cy="0"/>
        </a:xfrm>
      </p:grpSpPr>
      <p:pic>
        <p:nvPicPr>
          <p:cNvPr id="9" name="generic.png" descr="generic.png">
            <a:extLst>
              <a:ext uri="{FF2B5EF4-FFF2-40B4-BE49-F238E27FC236}">
                <a16:creationId xmlns:a16="http://schemas.microsoft.com/office/drawing/2014/main" id="{04B43EB4-1261-A0E0-BD54-F6CE597EA79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656"/>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5" y="368823"/>
            <a:ext cx="10964123"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FOUR IMAGE – VERTICAL LOCKUP</a:t>
            </a:r>
          </a:p>
        </p:txBody>
      </p:sp>
      <p:sp>
        <p:nvSpPr>
          <p:cNvPr id="23" name="Picture Placeholder 11">
            <a:extLst>
              <a:ext uri="{FF2B5EF4-FFF2-40B4-BE49-F238E27FC236}">
                <a16:creationId xmlns:a16="http://schemas.microsoft.com/office/drawing/2014/main" id="{3E9CCEA9-04BC-B8BA-6763-99CF265D7254}"/>
              </a:ext>
            </a:extLst>
          </p:cNvPr>
          <p:cNvSpPr>
            <a:spLocks noGrp="1"/>
          </p:cNvSpPr>
          <p:nvPr>
            <p:ph type="pic" sz="quarter" idx="10"/>
          </p:nvPr>
        </p:nvSpPr>
        <p:spPr>
          <a:xfrm>
            <a:off x="914162" y="1828802"/>
            <a:ext cx="2361585" cy="3002081"/>
          </a:xfrm>
          <a:prstGeom prst="rect">
            <a:avLst/>
          </a:prstGeom>
        </p:spPr>
        <p:txBody>
          <a:bodyPr/>
          <a:lstStyle>
            <a:lvl1pPr>
              <a:defRPr>
                <a:noFill/>
              </a:defRPr>
            </a:lvl1pPr>
          </a:lstStyle>
          <a:p>
            <a:endParaRPr lang="en-US" dirty="0"/>
          </a:p>
        </p:txBody>
      </p:sp>
      <p:sp>
        <p:nvSpPr>
          <p:cNvPr id="24" name="Picture Placeholder 11">
            <a:extLst>
              <a:ext uri="{FF2B5EF4-FFF2-40B4-BE49-F238E27FC236}">
                <a16:creationId xmlns:a16="http://schemas.microsoft.com/office/drawing/2014/main" id="{24144A87-B889-33EE-2286-D2BCAC488BB7}"/>
              </a:ext>
            </a:extLst>
          </p:cNvPr>
          <p:cNvSpPr>
            <a:spLocks noGrp="1"/>
          </p:cNvSpPr>
          <p:nvPr>
            <p:ph type="pic" sz="quarter" idx="17"/>
          </p:nvPr>
        </p:nvSpPr>
        <p:spPr>
          <a:xfrm>
            <a:off x="3584699" y="1828802"/>
            <a:ext cx="2361585" cy="3002081"/>
          </a:xfrm>
          <a:prstGeom prst="rect">
            <a:avLst/>
          </a:prstGeom>
        </p:spPr>
        <p:txBody>
          <a:bodyPr/>
          <a:lstStyle>
            <a:lvl1pPr>
              <a:defRPr>
                <a:noFill/>
              </a:defRPr>
            </a:lvl1pPr>
          </a:lstStyle>
          <a:p>
            <a:endParaRPr lang="en-US" dirty="0"/>
          </a:p>
        </p:txBody>
      </p:sp>
      <p:sp>
        <p:nvSpPr>
          <p:cNvPr id="25" name="Picture Placeholder 11">
            <a:extLst>
              <a:ext uri="{FF2B5EF4-FFF2-40B4-BE49-F238E27FC236}">
                <a16:creationId xmlns:a16="http://schemas.microsoft.com/office/drawing/2014/main" id="{BCFE43A8-9574-FB30-8A45-0BF42C752F30}"/>
              </a:ext>
            </a:extLst>
          </p:cNvPr>
          <p:cNvSpPr>
            <a:spLocks noGrp="1"/>
          </p:cNvSpPr>
          <p:nvPr>
            <p:ph type="pic" sz="quarter" idx="18"/>
          </p:nvPr>
        </p:nvSpPr>
        <p:spPr>
          <a:xfrm>
            <a:off x="6255237" y="1828802"/>
            <a:ext cx="2361585" cy="3002081"/>
          </a:xfrm>
          <a:prstGeom prst="rect">
            <a:avLst/>
          </a:prstGeom>
        </p:spPr>
        <p:txBody>
          <a:bodyPr/>
          <a:lstStyle>
            <a:lvl1pPr>
              <a:defRPr>
                <a:noFill/>
              </a:defRPr>
            </a:lvl1pPr>
          </a:lstStyle>
          <a:p>
            <a:endParaRPr lang="en-US" dirty="0"/>
          </a:p>
        </p:txBody>
      </p:sp>
      <p:sp>
        <p:nvSpPr>
          <p:cNvPr id="26" name="Picture Placeholder 11">
            <a:extLst>
              <a:ext uri="{FF2B5EF4-FFF2-40B4-BE49-F238E27FC236}">
                <a16:creationId xmlns:a16="http://schemas.microsoft.com/office/drawing/2014/main" id="{3844A22D-2579-ADE0-4934-AEF6D51D408D}"/>
              </a:ext>
            </a:extLst>
          </p:cNvPr>
          <p:cNvSpPr>
            <a:spLocks noGrp="1"/>
          </p:cNvSpPr>
          <p:nvPr>
            <p:ph type="pic" sz="quarter" idx="19"/>
          </p:nvPr>
        </p:nvSpPr>
        <p:spPr>
          <a:xfrm>
            <a:off x="8925775" y="1828802"/>
            <a:ext cx="2361585" cy="3002081"/>
          </a:xfrm>
          <a:prstGeom prst="rect">
            <a:avLst/>
          </a:prstGeom>
        </p:spPr>
        <p:txBody>
          <a:bodyPr/>
          <a:lstStyle>
            <a:lvl1pPr>
              <a:defRPr>
                <a:noFill/>
              </a:defRPr>
            </a:lvl1pPr>
          </a:lstStyle>
          <a:p>
            <a:endParaRPr lang="en-US" dirty="0"/>
          </a:p>
        </p:txBody>
      </p:sp>
      <p:sp>
        <p:nvSpPr>
          <p:cNvPr id="27" name="Text Placeholder 3">
            <a:extLst>
              <a:ext uri="{FF2B5EF4-FFF2-40B4-BE49-F238E27FC236}">
                <a16:creationId xmlns:a16="http://schemas.microsoft.com/office/drawing/2014/main" id="{43C60AC0-EA89-E727-AAA4-CC44D5E93A9F}"/>
              </a:ext>
            </a:extLst>
          </p:cNvPr>
          <p:cNvSpPr>
            <a:spLocks noGrp="1"/>
          </p:cNvSpPr>
          <p:nvPr>
            <p:ph type="body" sz="quarter" idx="20" hasCustomPrompt="1"/>
          </p:nvPr>
        </p:nvSpPr>
        <p:spPr>
          <a:xfrm>
            <a:off x="914163" y="5181359"/>
            <a:ext cx="2417254"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8" name="Straight Connector 27">
            <a:extLst>
              <a:ext uri="{FF2B5EF4-FFF2-40B4-BE49-F238E27FC236}">
                <a16:creationId xmlns:a16="http://schemas.microsoft.com/office/drawing/2014/main" id="{94537CCF-4FA4-68C5-5ACC-55EB06D8E4D9}"/>
              </a:ext>
            </a:extLst>
          </p:cNvPr>
          <p:cNvCxnSpPr>
            <a:cxnSpLocks/>
          </p:cNvCxnSpPr>
          <p:nvPr userDrawn="1"/>
        </p:nvCxnSpPr>
        <p:spPr>
          <a:xfrm>
            <a:off x="896583" y="5029200"/>
            <a:ext cx="241725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9" name="Text Placeholder 3">
            <a:extLst>
              <a:ext uri="{FF2B5EF4-FFF2-40B4-BE49-F238E27FC236}">
                <a16:creationId xmlns:a16="http://schemas.microsoft.com/office/drawing/2014/main" id="{AF57F838-0FAF-1673-FAF6-B842F7831E90}"/>
              </a:ext>
            </a:extLst>
          </p:cNvPr>
          <p:cNvSpPr>
            <a:spLocks noGrp="1"/>
          </p:cNvSpPr>
          <p:nvPr>
            <p:ph type="body" sz="quarter" idx="21" hasCustomPrompt="1"/>
          </p:nvPr>
        </p:nvSpPr>
        <p:spPr>
          <a:xfrm>
            <a:off x="3574446" y="5181359"/>
            <a:ext cx="2417254"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0" name="Straight Connector 29">
            <a:extLst>
              <a:ext uri="{FF2B5EF4-FFF2-40B4-BE49-F238E27FC236}">
                <a16:creationId xmlns:a16="http://schemas.microsoft.com/office/drawing/2014/main" id="{B4520F77-A772-1CC3-66B2-C1A90B8D6454}"/>
              </a:ext>
            </a:extLst>
          </p:cNvPr>
          <p:cNvCxnSpPr>
            <a:cxnSpLocks/>
          </p:cNvCxnSpPr>
          <p:nvPr userDrawn="1"/>
        </p:nvCxnSpPr>
        <p:spPr>
          <a:xfrm>
            <a:off x="3556866" y="5029200"/>
            <a:ext cx="241725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1" name="Text Placeholder 3">
            <a:extLst>
              <a:ext uri="{FF2B5EF4-FFF2-40B4-BE49-F238E27FC236}">
                <a16:creationId xmlns:a16="http://schemas.microsoft.com/office/drawing/2014/main" id="{3E4379EE-8F23-304D-88E5-C607B00A23B0}"/>
              </a:ext>
            </a:extLst>
          </p:cNvPr>
          <p:cNvSpPr>
            <a:spLocks noGrp="1"/>
          </p:cNvSpPr>
          <p:nvPr>
            <p:ph type="body" sz="quarter" idx="22" hasCustomPrompt="1"/>
          </p:nvPr>
        </p:nvSpPr>
        <p:spPr>
          <a:xfrm>
            <a:off x="6264265" y="5181359"/>
            <a:ext cx="2417254"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2" name="Straight Connector 31">
            <a:extLst>
              <a:ext uri="{FF2B5EF4-FFF2-40B4-BE49-F238E27FC236}">
                <a16:creationId xmlns:a16="http://schemas.microsoft.com/office/drawing/2014/main" id="{1D1B0DC9-57FD-A95D-26D7-19647A58B1C5}"/>
              </a:ext>
            </a:extLst>
          </p:cNvPr>
          <p:cNvCxnSpPr>
            <a:cxnSpLocks/>
          </p:cNvCxnSpPr>
          <p:nvPr userDrawn="1"/>
        </p:nvCxnSpPr>
        <p:spPr>
          <a:xfrm>
            <a:off x="6246686" y="5029200"/>
            <a:ext cx="241725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3" name="Text Placeholder 3">
            <a:extLst>
              <a:ext uri="{FF2B5EF4-FFF2-40B4-BE49-F238E27FC236}">
                <a16:creationId xmlns:a16="http://schemas.microsoft.com/office/drawing/2014/main" id="{62925D60-97F2-FD1B-5CBD-DAC3CF27DAE5}"/>
              </a:ext>
            </a:extLst>
          </p:cNvPr>
          <p:cNvSpPr>
            <a:spLocks noGrp="1"/>
          </p:cNvSpPr>
          <p:nvPr>
            <p:ph type="body" sz="quarter" idx="23" hasCustomPrompt="1"/>
          </p:nvPr>
        </p:nvSpPr>
        <p:spPr>
          <a:xfrm>
            <a:off x="8942056" y="5181359"/>
            <a:ext cx="2417254"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4" name="Straight Connector 33">
            <a:extLst>
              <a:ext uri="{FF2B5EF4-FFF2-40B4-BE49-F238E27FC236}">
                <a16:creationId xmlns:a16="http://schemas.microsoft.com/office/drawing/2014/main" id="{60AC9D45-97B4-0C05-A73F-DC45AEC91BE8}"/>
              </a:ext>
            </a:extLst>
          </p:cNvPr>
          <p:cNvCxnSpPr>
            <a:cxnSpLocks/>
          </p:cNvCxnSpPr>
          <p:nvPr userDrawn="1"/>
        </p:nvCxnSpPr>
        <p:spPr>
          <a:xfrm>
            <a:off x="8913747" y="5029200"/>
            <a:ext cx="241725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 name="TextBox 1">
            <a:extLst>
              <a:ext uri="{FF2B5EF4-FFF2-40B4-BE49-F238E27FC236}">
                <a16:creationId xmlns:a16="http://schemas.microsoft.com/office/drawing/2014/main" id="{18A56CE7-025F-6818-C0CE-CA163DDF62A3}"/>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8024169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Image (Horiz)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5" name="Text Placeholder 18">
            <a:extLst>
              <a:ext uri="{FF2B5EF4-FFF2-40B4-BE49-F238E27FC236}">
                <a16:creationId xmlns:a16="http://schemas.microsoft.com/office/drawing/2014/main" id="{E6D55FFC-C608-D247-CAA1-5F7A49885960}"/>
              </a:ext>
            </a:extLst>
          </p:cNvPr>
          <p:cNvSpPr>
            <a:spLocks noGrp="1"/>
          </p:cNvSpPr>
          <p:nvPr>
            <p:ph type="body" sz="quarter" idx="16" hasCustomPrompt="1"/>
          </p:nvPr>
        </p:nvSpPr>
        <p:spPr>
          <a:xfrm>
            <a:off x="395185" y="368823"/>
            <a:ext cx="10612848"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FOUR IMAGE – HORIZONTAL LOCKUP</a:t>
            </a:r>
          </a:p>
        </p:txBody>
      </p:sp>
      <p:sp>
        <p:nvSpPr>
          <p:cNvPr id="2" name="Picture Placeholder 11">
            <a:extLst>
              <a:ext uri="{FF2B5EF4-FFF2-40B4-BE49-F238E27FC236}">
                <a16:creationId xmlns:a16="http://schemas.microsoft.com/office/drawing/2014/main" id="{6CF86A70-79B2-8C1D-3590-B8AF13789884}"/>
              </a:ext>
            </a:extLst>
          </p:cNvPr>
          <p:cNvSpPr>
            <a:spLocks noGrp="1"/>
          </p:cNvSpPr>
          <p:nvPr>
            <p:ph type="pic" sz="quarter" idx="10"/>
          </p:nvPr>
        </p:nvSpPr>
        <p:spPr>
          <a:xfrm>
            <a:off x="1525070" y="1639959"/>
            <a:ext cx="4094684" cy="1455937"/>
          </a:xfrm>
          <a:prstGeom prst="rect">
            <a:avLst/>
          </a:prstGeom>
        </p:spPr>
        <p:txBody>
          <a:bodyPr/>
          <a:lstStyle>
            <a:lvl1pPr>
              <a:defRPr>
                <a:noFill/>
              </a:defRPr>
            </a:lvl1pPr>
          </a:lstStyle>
          <a:p>
            <a:endParaRPr lang="en-US" dirty="0"/>
          </a:p>
        </p:txBody>
      </p:sp>
      <p:sp>
        <p:nvSpPr>
          <p:cNvPr id="4" name="Picture Placeholder 11">
            <a:extLst>
              <a:ext uri="{FF2B5EF4-FFF2-40B4-BE49-F238E27FC236}">
                <a16:creationId xmlns:a16="http://schemas.microsoft.com/office/drawing/2014/main" id="{C130CA94-779B-10B4-8845-955B75B0203F}"/>
              </a:ext>
            </a:extLst>
          </p:cNvPr>
          <p:cNvSpPr>
            <a:spLocks noGrp="1"/>
          </p:cNvSpPr>
          <p:nvPr>
            <p:ph type="pic" sz="quarter" idx="11"/>
          </p:nvPr>
        </p:nvSpPr>
        <p:spPr>
          <a:xfrm>
            <a:off x="6075369" y="1638302"/>
            <a:ext cx="4094684" cy="1455937"/>
          </a:xfrm>
          <a:prstGeom prst="rect">
            <a:avLst/>
          </a:prstGeom>
        </p:spPr>
        <p:txBody>
          <a:bodyPr/>
          <a:lstStyle>
            <a:lvl1pPr>
              <a:defRPr>
                <a:noFill/>
              </a:defRPr>
            </a:lvl1pPr>
          </a:lstStyle>
          <a:p>
            <a:endParaRPr lang="en-US" dirty="0"/>
          </a:p>
        </p:txBody>
      </p:sp>
      <p:sp>
        <p:nvSpPr>
          <p:cNvPr id="5" name="Picture Placeholder 11">
            <a:extLst>
              <a:ext uri="{FF2B5EF4-FFF2-40B4-BE49-F238E27FC236}">
                <a16:creationId xmlns:a16="http://schemas.microsoft.com/office/drawing/2014/main" id="{7871E5F6-6F12-5A4A-499F-C0E833B76657}"/>
              </a:ext>
            </a:extLst>
          </p:cNvPr>
          <p:cNvSpPr>
            <a:spLocks noGrp="1"/>
          </p:cNvSpPr>
          <p:nvPr>
            <p:ph type="pic" sz="quarter" idx="17"/>
          </p:nvPr>
        </p:nvSpPr>
        <p:spPr>
          <a:xfrm>
            <a:off x="1525070" y="3994022"/>
            <a:ext cx="4094684" cy="1455937"/>
          </a:xfrm>
          <a:prstGeom prst="rect">
            <a:avLst/>
          </a:prstGeom>
        </p:spPr>
        <p:txBody>
          <a:bodyPr/>
          <a:lstStyle>
            <a:lvl1pPr>
              <a:defRPr>
                <a:noFill/>
              </a:defRPr>
            </a:lvl1pPr>
          </a:lstStyle>
          <a:p>
            <a:endParaRPr lang="en-US" dirty="0"/>
          </a:p>
        </p:txBody>
      </p:sp>
      <p:sp>
        <p:nvSpPr>
          <p:cNvPr id="13" name="Picture Placeholder 11">
            <a:extLst>
              <a:ext uri="{FF2B5EF4-FFF2-40B4-BE49-F238E27FC236}">
                <a16:creationId xmlns:a16="http://schemas.microsoft.com/office/drawing/2014/main" id="{CB174C5B-059E-A43D-4DD8-7426B2550F72}"/>
              </a:ext>
            </a:extLst>
          </p:cNvPr>
          <p:cNvSpPr>
            <a:spLocks noGrp="1"/>
          </p:cNvSpPr>
          <p:nvPr>
            <p:ph type="pic" sz="quarter" idx="18"/>
          </p:nvPr>
        </p:nvSpPr>
        <p:spPr>
          <a:xfrm>
            <a:off x="6075369" y="3992365"/>
            <a:ext cx="4094684" cy="1455937"/>
          </a:xfrm>
          <a:prstGeom prst="rect">
            <a:avLst/>
          </a:prstGeom>
        </p:spPr>
        <p:txBody>
          <a:bodyPr/>
          <a:lstStyle>
            <a:lvl1pPr>
              <a:defRPr>
                <a:noFill/>
              </a:defRPr>
            </a:lvl1pPr>
          </a:lstStyle>
          <a:p>
            <a:endParaRPr lang="en-US" dirty="0"/>
          </a:p>
        </p:txBody>
      </p:sp>
      <p:sp>
        <p:nvSpPr>
          <p:cNvPr id="14" name="Text Placeholder 3">
            <a:extLst>
              <a:ext uri="{FF2B5EF4-FFF2-40B4-BE49-F238E27FC236}">
                <a16:creationId xmlns:a16="http://schemas.microsoft.com/office/drawing/2014/main" id="{FC2FCCDC-BECF-DDB1-1245-44DED7BA246C}"/>
              </a:ext>
            </a:extLst>
          </p:cNvPr>
          <p:cNvSpPr>
            <a:spLocks noGrp="1"/>
          </p:cNvSpPr>
          <p:nvPr>
            <p:ph type="body" sz="quarter" idx="24" hasCustomPrompt="1"/>
          </p:nvPr>
        </p:nvSpPr>
        <p:spPr>
          <a:xfrm>
            <a:off x="1525068" y="3363778"/>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6" name="Straight Connector 15">
            <a:extLst>
              <a:ext uri="{FF2B5EF4-FFF2-40B4-BE49-F238E27FC236}">
                <a16:creationId xmlns:a16="http://schemas.microsoft.com/office/drawing/2014/main" id="{CF693D69-D5BE-C5FF-51D8-F8ED4A6F440F}"/>
              </a:ext>
            </a:extLst>
          </p:cNvPr>
          <p:cNvCxnSpPr>
            <a:cxnSpLocks/>
          </p:cNvCxnSpPr>
          <p:nvPr userDrawn="1"/>
        </p:nvCxnSpPr>
        <p:spPr>
          <a:xfrm>
            <a:off x="1507491" y="3246544"/>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7" name="Text Placeholder 3">
            <a:extLst>
              <a:ext uri="{FF2B5EF4-FFF2-40B4-BE49-F238E27FC236}">
                <a16:creationId xmlns:a16="http://schemas.microsoft.com/office/drawing/2014/main" id="{E519C077-180E-C488-F75D-1F4B9C87840C}"/>
              </a:ext>
            </a:extLst>
          </p:cNvPr>
          <p:cNvSpPr>
            <a:spLocks noGrp="1"/>
          </p:cNvSpPr>
          <p:nvPr>
            <p:ph type="body" sz="quarter" idx="25" hasCustomPrompt="1"/>
          </p:nvPr>
        </p:nvSpPr>
        <p:spPr>
          <a:xfrm>
            <a:off x="6092947" y="3363778"/>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8" name="Straight Connector 17">
            <a:extLst>
              <a:ext uri="{FF2B5EF4-FFF2-40B4-BE49-F238E27FC236}">
                <a16:creationId xmlns:a16="http://schemas.microsoft.com/office/drawing/2014/main" id="{F01DF858-5C96-7C64-190A-54480E041037}"/>
              </a:ext>
            </a:extLst>
          </p:cNvPr>
          <p:cNvCxnSpPr>
            <a:cxnSpLocks/>
          </p:cNvCxnSpPr>
          <p:nvPr userDrawn="1"/>
        </p:nvCxnSpPr>
        <p:spPr>
          <a:xfrm>
            <a:off x="6075370" y="3246544"/>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9" name="Text Placeholder 3">
            <a:extLst>
              <a:ext uri="{FF2B5EF4-FFF2-40B4-BE49-F238E27FC236}">
                <a16:creationId xmlns:a16="http://schemas.microsoft.com/office/drawing/2014/main" id="{D6881085-1AF6-E785-DC63-A26301E68F27}"/>
              </a:ext>
            </a:extLst>
          </p:cNvPr>
          <p:cNvSpPr>
            <a:spLocks noGrp="1"/>
          </p:cNvSpPr>
          <p:nvPr>
            <p:ph type="body" sz="quarter" idx="26" hasCustomPrompt="1"/>
          </p:nvPr>
        </p:nvSpPr>
        <p:spPr>
          <a:xfrm>
            <a:off x="1545579" y="5717934"/>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0" name="Straight Connector 19">
            <a:extLst>
              <a:ext uri="{FF2B5EF4-FFF2-40B4-BE49-F238E27FC236}">
                <a16:creationId xmlns:a16="http://schemas.microsoft.com/office/drawing/2014/main" id="{D5D8E20D-9E1A-C4CA-2274-BB066B4A93BB}"/>
              </a:ext>
            </a:extLst>
          </p:cNvPr>
          <p:cNvCxnSpPr>
            <a:cxnSpLocks/>
          </p:cNvCxnSpPr>
          <p:nvPr userDrawn="1"/>
        </p:nvCxnSpPr>
        <p:spPr>
          <a:xfrm>
            <a:off x="1528002" y="5600700"/>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1" name="Text Placeholder 3">
            <a:extLst>
              <a:ext uri="{FF2B5EF4-FFF2-40B4-BE49-F238E27FC236}">
                <a16:creationId xmlns:a16="http://schemas.microsoft.com/office/drawing/2014/main" id="{297E7F1D-A4EE-22B1-BDAC-1C6304B397B1}"/>
              </a:ext>
            </a:extLst>
          </p:cNvPr>
          <p:cNvSpPr>
            <a:spLocks noGrp="1"/>
          </p:cNvSpPr>
          <p:nvPr>
            <p:ph type="body" sz="quarter" idx="27" hasCustomPrompt="1"/>
          </p:nvPr>
        </p:nvSpPr>
        <p:spPr>
          <a:xfrm>
            <a:off x="6113457" y="5717934"/>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2" name="Straight Connector 21">
            <a:extLst>
              <a:ext uri="{FF2B5EF4-FFF2-40B4-BE49-F238E27FC236}">
                <a16:creationId xmlns:a16="http://schemas.microsoft.com/office/drawing/2014/main" id="{3A60D278-6C80-848A-BF01-2EBC399FFF27}"/>
              </a:ext>
            </a:extLst>
          </p:cNvPr>
          <p:cNvCxnSpPr>
            <a:cxnSpLocks/>
          </p:cNvCxnSpPr>
          <p:nvPr userDrawn="1"/>
        </p:nvCxnSpPr>
        <p:spPr>
          <a:xfrm>
            <a:off x="6095880" y="5600700"/>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9BE80C78-0B7E-E127-186D-BFF631C6557B}"/>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8" name="Slide Number">
            <a:extLst>
              <a:ext uri="{FF2B5EF4-FFF2-40B4-BE49-F238E27FC236}">
                <a16:creationId xmlns:a16="http://schemas.microsoft.com/office/drawing/2014/main" id="{4C937591-152B-6EF8-7DFF-53A8AB9F676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Tree>
    <p:extLst>
      <p:ext uri="{BB962C8B-B14F-4D97-AF65-F5344CB8AC3E}">
        <p14:creationId xmlns:p14="http://schemas.microsoft.com/office/powerpoint/2010/main" val="27199458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Image (Vert) GENERIC Domain">
    <p:spTree>
      <p:nvGrpSpPr>
        <p:cNvPr id="1" name=""/>
        <p:cNvGrpSpPr/>
        <p:nvPr/>
      </p:nvGrpSpPr>
      <p:grpSpPr>
        <a:xfrm>
          <a:off x="0" y="0"/>
          <a:ext cx="0" cy="0"/>
          <a:chOff x="0" y="0"/>
          <a:chExt cx="0" cy="0"/>
        </a:xfrm>
      </p:grpSpPr>
      <p:pic>
        <p:nvPicPr>
          <p:cNvPr id="7" name="generic2.png" descr="generic2.png">
            <a:extLst>
              <a:ext uri="{FF2B5EF4-FFF2-40B4-BE49-F238E27FC236}">
                <a16:creationId xmlns:a16="http://schemas.microsoft.com/office/drawing/2014/main" id="{F4FB9FA3-6346-7408-0308-5E3E901205C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5" y="368823"/>
            <a:ext cx="10964123"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FOUR IMAGE – VERTICAL LOCKUP</a:t>
            </a:r>
          </a:p>
        </p:txBody>
      </p:sp>
      <p:sp>
        <p:nvSpPr>
          <p:cNvPr id="23" name="Picture Placeholder 11">
            <a:extLst>
              <a:ext uri="{FF2B5EF4-FFF2-40B4-BE49-F238E27FC236}">
                <a16:creationId xmlns:a16="http://schemas.microsoft.com/office/drawing/2014/main" id="{3E9CCEA9-04BC-B8BA-6763-99CF265D7254}"/>
              </a:ext>
            </a:extLst>
          </p:cNvPr>
          <p:cNvSpPr>
            <a:spLocks noGrp="1"/>
          </p:cNvSpPr>
          <p:nvPr>
            <p:ph type="pic" sz="quarter" idx="10"/>
          </p:nvPr>
        </p:nvSpPr>
        <p:spPr>
          <a:xfrm>
            <a:off x="914162" y="1828802"/>
            <a:ext cx="2361585" cy="3002081"/>
          </a:xfrm>
          <a:prstGeom prst="rect">
            <a:avLst/>
          </a:prstGeom>
        </p:spPr>
        <p:txBody>
          <a:bodyPr/>
          <a:lstStyle>
            <a:lvl1pPr>
              <a:defRPr>
                <a:noFill/>
              </a:defRPr>
            </a:lvl1pPr>
          </a:lstStyle>
          <a:p>
            <a:endParaRPr lang="en-US" dirty="0"/>
          </a:p>
        </p:txBody>
      </p:sp>
      <p:sp>
        <p:nvSpPr>
          <p:cNvPr id="24" name="Picture Placeholder 11">
            <a:extLst>
              <a:ext uri="{FF2B5EF4-FFF2-40B4-BE49-F238E27FC236}">
                <a16:creationId xmlns:a16="http://schemas.microsoft.com/office/drawing/2014/main" id="{24144A87-B889-33EE-2286-D2BCAC488BB7}"/>
              </a:ext>
            </a:extLst>
          </p:cNvPr>
          <p:cNvSpPr>
            <a:spLocks noGrp="1"/>
          </p:cNvSpPr>
          <p:nvPr>
            <p:ph type="pic" sz="quarter" idx="17"/>
          </p:nvPr>
        </p:nvSpPr>
        <p:spPr>
          <a:xfrm>
            <a:off x="3584699" y="1828802"/>
            <a:ext cx="2361585" cy="3002081"/>
          </a:xfrm>
          <a:prstGeom prst="rect">
            <a:avLst/>
          </a:prstGeom>
        </p:spPr>
        <p:txBody>
          <a:bodyPr/>
          <a:lstStyle>
            <a:lvl1pPr>
              <a:defRPr>
                <a:noFill/>
              </a:defRPr>
            </a:lvl1pPr>
          </a:lstStyle>
          <a:p>
            <a:endParaRPr lang="en-US" dirty="0"/>
          </a:p>
        </p:txBody>
      </p:sp>
      <p:sp>
        <p:nvSpPr>
          <p:cNvPr id="25" name="Picture Placeholder 11">
            <a:extLst>
              <a:ext uri="{FF2B5EF4-FFF2-40B4-BE49-F238E27FC236}">
                <a16:creationId xmlns:a16="http://schemas.microsoft.com/office/drawing/2014/main" id="{BCFE43A8-9574-FB30-8A45-0BF42C752F30}"/>
              </a:ext>
            </a:extLst>
          </p:cNvPr>
          <p:cNvSpPr>
            <a:spLocks noGrp="1"/>
          </p:cNvSpPr>
          <p:nvPr>
            <p:ph type="pic" sz="quarter" idx="18"/>
          </p:nvPr>
        </p:nvSpPr>
        <p:spPr>
          <a:xfrm>
            <a:off x="6255237" y="1828802"/>
            <a:ext cx="2361585" cy="3002081"/>
          </a:xfrm>
          <a:prstGeom prst="rect">
            <a:avLst/>
          </a:prstGeom>
        </p:spPr>
        <p:txBody>
          <a:bodyPr/>
          <a:lstStyle>
            <a:lvl1pPr>
              <a:defRPr>
                <a:noFill/>
              </a:defRPr>
            </a:lvl1pPr>
          </a:lstStyle>
          <a:p>
            <a:endParaRPr lang="en-US" dirty="0"/>
          </a:p>
        </p:txBody>
      </p:sp>
      <p:sp>
        <p:nvSpPr>
          <p:cNvPr id="26" name="Picture Placeholder 11">
            <a:extLst>
              <a:ext uri="{FF2B5EF4-FFF2-40B4-BE49-F238E27FC236}">
                <a16:creationId xmlns:a16="http://schemas.microsoft.com/office/drawing/2014/main" id="{3844A22D-2579-ADE0-4934-AEF6D51D408D}"/>
              </a:ext>
            </a:extLst>
          </p:cNvPr>
          <p:cNvSpPr>
            <a:spLocks noGrp="1"/>
          </p:cNvSpPr>
          <p:nvPr>
            <p:ph type="pic" sz="quarter" idx="19"/>
          </p:nvPr>
        </p:nvSpPr>
        <p:spPr>
          <a:xfrm>
            <a:off x="8925775" y="1828802"/>
            <a:ext cx="2361585" cy="3002081"/>
          </a:xfrm>
          <a:prstGeom prst="rect">
            <a:avLst/>
          </a:prstGeom>
        </p:spPr>
        <p:txBody>
          <a:bodyPr/>
          <a:lstStyle>
            <a:lvl1pPr>
              <a:defRPr>
                <a:noFill/>
              </a:defRPr>
            </a:lvl1pPr>
          </a:lstStyle>
          <a:p>
            <a:endParaRPr lang="en-US" dirty="0"/>
          </a:p>
        </p:txBody>
      </p:sp>
      <p:sp>
        <p:nvSpPr>
          <p:cNvPr id="27" name="Text Placeholder 3">
            <a:extLst>
              <a:ext uri="{FF2B5EF4-FFF2-40B4-BE49-F238E27FC236}">
                <a16:creationId xmlns:a16="http://schemas.microsoft.com/office/drawing/2014/main" id="{43C60AC0-EA89-E727-AAA4-CC44D5E93A9F}"/>
              </a:ext>
            </a:extLst>
          </p:cNvPr>
          <p:cNvSpPr>
            <a:spLocks noGrp="1"/>
          </p:cNvSpPr>
          <p:nvPr>
            <p:ph type="body" sz="quarter" idx="20" hasCustomPrompt="1"/>
          </p:nvPr>
        </p:nvSpPr>
        <p:spPr>
          <a:xfrm>
            <a:off x="914163" y="5181359"/>
            <a:ext cx="2417254"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8" name="Straight Connector 27">
            <a:extLst>
              <a:ext uri="{FF2B5EF4-FFF2-40B4-BE49-F238E27FC236}">
                <a16:creationId xmlns:a16="http://schemas.microsoft.com/office/drawing/2014/main" id="{94537CCF-4FA4-68C5-5ACC-55EB06D8E4D9}"/>
              </a:ext>
            </a:extLst>
          </p:cNvPr>
          <p:cNvCxnSpPr>
            <a:cxnSpLocks/>
          </p:cNvCxnSpPr>
          <p:nvPr userDrawn="1"/>
        </p:nvCxnSpPr>
        <p:spPr>
          <a:xfrm>
            <a:off x="896583" y="5029200"/>
            <a:ext cx="241725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9" name="Text Placeholder 3">
            <a:extLst>
              <a:ext uri="{FF2B5EF4-FFF2-40B4-BE49-F238E27FC236}">
                <a16:creationId xmlns:a16="http://schemas.microsoft.com/office/drawing/2014/main" id="{AF57F838-0FAF-1673-FAF6-B842F7831E90}"/>
              </a:ext>
            </a:extLst>
          </p:cNvPr>
          <p:cNvSpPr>
            <a:spLocks noGrp="1"/>
          </p:cNvSpPr>
          <p:nvPr>
            <p:ph type="body" sz="quarter" idx="21" hasCustomPrompt="1"/>
          </p:nvPr>
        </p:nvSpPr>
        <p:spPr>
          <a:xfrm>
            <a:off x="3574446" y="5181359"/>
            <a:ext cx="2417254"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0" name="Straight Connector 29">
            <a:extLst>
              <a:ext uri="{FF2B5EF4-FFF2-40B4-BE49-F238E27FC236}">
                <a16:creationId xmlns:a16="http://schemas.microsoft.com/office/drawing/2014/main" id="{B4520F77-A772-1CC3-66B2-C1A90B8D6454}"/>
              </a:ext>
            </a:extLst>
          </p:cNvPr>
          <p:cNvCxnSpPr>
            <a:cxnSpLocks/>
          </p:cNvCxnSpPr>
          <p:nvPr userDrawn="1"/>
        </p:nvCxnSpPr>
        <p:spPr>
          <a:xfrm>
            <a:off x="3556866" y="5029200"/>
            <a:ext cx="241725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1" name="Text Placeholder 3">
            <a:extLst>
              <a:ext uri="{FF2B5EF4-FFF2-40B4-BE49-F238E27FC236}">
                <a16:creationId xmlns:a16="http://schemas.microsoft.com/office/drawing/2014/main" id="{3E4379EE-8F23-304D-88E5-C607B00A23B0}"/>
              </a:ext>
            </a:extLst>
          </p:cNvPr>
          <p:cNvSpPr>
            <a:spLocks noGrp="1"/>
          </p:cNvSpPr>
          <p:nvPr>
            <p:ph type="body" sz="quarter" idx="22" hasCustomPrompt="1"/>
          </p:nvPr>
        </p:nvSpPr>
        <p:spPr>
          <a:xfrm>
            <a:off x="6264265" y="5181359"/>
            <a:ext cx="2417254"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2" name="Straight Connector 31">
            <a:extLst>
              <a:ext uri="{FF2B5EF4-FFF2-40B4-BE49-F238E27FC236}">
                <a16:creationId xmlns:a16="http://schemas.microsoft.com/office/drawing/2014/main" id="{1D1B0DC9-57FD-A95D-26D7-19647A58B1C5}"/>
              </a:ext>
            </a:extLst>
          </p:cNvPr>
          <p:cNvCxnSpPr>
            <a:cxnSpLocks/>
          </p:cNvCxnSpPr>
          <p:nvPr userDrawn="1"/>
        </p:nvCxnSpPr>
        <p:spPr>
          <a:xfrm>
            <a:off x="6246686" y="5029200"/>
            <a:ext cx="241725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3" name="Text Placeholder 3">
            <a:extLst>
              <a:ext uri="{FF2B5EF4-FFF2-40B4-BE49-F238E27FC236}">
                <a16:creationId xmlns:a16="http://schemas.microsoft.com/office/drawing/2014/main" id="{62925D60-97F2-FD1B-5CBD-DAC3CF27DAE5}"/>
              </a:ext>
            </a:extLst>
          </p:cNvPr>
          <p:cNvSpPr>
            <a:spLocks noGrp="1"/>
          </p:cNvSpPr>
          <p:nvPr>
            <p:ph type="body" sz="quarter" idx="23" hasCustomPrompt="1"/>
          </p:nvPr>
        </p:nvSpPr>
        <p:spPr>
          <a:xfrm>
            <a:off x="8942056" y="5181359"/>
            <a:ext cx="2417254"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4" name="Straight Connector 33">
            <a:extLst>
              <a:ext uri="{FF2B5EF4-FFF2-40B4-BE49-F238E27FC236}">
                <a16:creationId xmlns:a16="http://schemas.microsoft.com/office/drawing/2014/main" id="{60AC9D45-97B4-0C05-A73F-DC45AEC91BE8}"/>
              </a:ext>
            </a:extLst>
          </p:cNvPr>
          <p:cNvCxnSpPr>
            <a:cxnSpLocks/>
          </p:cNvCxnSpPr>
          <p:nvPr userDrawn="1"/>
        </p:nvCxnSpPr>
        <p:spPr>
          <a:xfrm>
            <a:off x="8913747" y="5029200"/>
            <a:ext cx="2417254"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 name="TextBox 2">
            <a:extLst>
              <a:ext uri="{FF2B5EF4-FFF2-40B4-BE49-F238E27FC236}">
                <a16:creationId xmlns:a16="http://schemas.microsoft.com/office/drawing/2014/main" id="{58E9564E-B44D-1E8F-554F-E010B10058E5}"/>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39158703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Image (Horiz)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656"/>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a:p>
        </p:txBody>
      </p:sp>
      <p:sp>
        <p:nvSpPr>
          <p:cNvPr id="12" name="Picture Placeholder 11">
            <a:extLst>
              <a:ext uri="{FF2B5EF4-FFF2-40B4-BE49-F238E27FC236}">
                <a16:creationId xmlns:a16="http://schemas.microsoft.com/office/drawing/2014/main" id="{0BFFF7BF-8CEF-D9E6-35C8-0977503CA9AF}"/>
              </a:ext>
            </a:extLst>
          </p:cNvPr>
          <p:cNvSpPr>
            <a:spLocks noGrp="1"/>
          </p:cNvSpPr>
          <p:nvPr>
            <p:ph type="pic" sz="quarter" idx="10"/>
          </p:nvPr>
        </p:nvSpPr>
        <p:spPr>
          <a:xfrm>
            <a:off x="1525070" y="1639959"/>
            <a:ext cx="4094684" cy="1455937"/>
          </a:xfrm>
          <a:prstGeom prst="rect">
            <a:avLst/>
          </a:prstGeom>
        </p:spPr>
        <p:txBody>
          <a:bodyPr/>
          <a:lstStyle>
            <a:lvl1pPr>
              <a:defRPr>
                <a:noFill/>
              </a:defRPr>
            </a:lvl1pPr>
          </a:lstStyle>
          <a:p>
            <a:endParaRPr lang="en-US" dirty="0"/>
          </a:p>
        </p:txBody>
      </p:sp>
      <p:sp>
        <p:nvSpPr>
          <p:cNvPr id="3" name="Picture Placeholder 11">
            <a:extLst>
              <a:ext uri="{FF2B5EF4-FFF2-40B4-BE49-F238E27FC236}">
                <a16:creationId xmlns:a16="http://schemas.microsoft.com/office/drawing/2014/main" id="{DFCFCE3D-E4E5-3025-C597-FEE8F6E4F22F}"/>
              </a:ext>
            </a:extLst>
          </p:cNvPr>
          <p:cNvSpPr>
            <a:spLocks noGrp="1"/>
          </p:cNvSpPr>
          <p:nvPr>
            <p:ph type="pic" sz="quarter" idx="11"/>
          </p:nvPr>
        </p:nvSpPr>
        <p:spPr>
          <a:xfrm>
            <a:off x="6075369" y="1638302"/>
            <a:ext cx="4094684" cy="1455937"/>
          </a:xfrm>
          <a:prstGeom prst="rect">
            <a:avLst/>
          </a:prstGeom>
        </p:spPr>
        <p:txBody>
          <a:bodyPr/>
          <a:lstStyle>
            <a:lvl1pPr>
              <a:defRPr>
                <a:noFill/>
              </a:defRPr>
            </a:lvl1pPr>
          </a:lstStyle>
          <a:p>
            <a:endParaRPr lang="en-US"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9774866"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THREE IMAGE – HORIZONTAL LOCKUP</a:t>
            </a:r>
          </a:p>
        </p:txBody>
      </p:sp>
      <p:sp>
        <p:nvSpPr>
          <p:cNvPr id="11" name="Picture Placeholder 11">
            <a:extLst>
              <a:ext uri="{FF2B5EF4-FFF2-40B4-BE49-F238E27FC236}">
                <a16:creationId xmlns:a16="http://schemas.microsoft.com/office/drawing/2014/main" id="{2E065835-8DA5-4452-3839-C2BA1D05D2F1}"/>
              </a:ext>
            </a:extLst>
          </p:cNvPr>
          <p:cNvSpPr>
            <a:spLocks noGrp="1"/>
          </p:cNvSpPr>
          <p:nvPr>
            <p:ph type="pic" sz="quarter" idx="18"/>
          </p:nvPr>
        </p:nvSpPr>
        <p:spPr>
          <a:xfrm>
            <a:off x="3778812" y="3992365"/>
            <a:ext cx="4094684" cy="1455937"/>
          </a:xfrm>
          <a:prstGeom prst="rect">
            <a:avLst/>
          </a:prstGeom>
        </p:spPr>
        <p:txBody>
          <a:bodyPr/>
          <a:lstStyle>
            <a:lvl1pPr>
              <a:defRPr>
                <a:noFill/>
              </a:defRPr>
            </a:lvl1pPr>
          </a:lstStyle>
          <a:p>
            <a:endParaRPr lang="en-US" dirty="0"/>
          </a:p>
        </p:txBody>
      </p:sp>
      <p:sp>
        <p:nvSpPr>
          <p:cNvPr id="17" name="Text Placeholder 3">
            <a:extLst>
              <a:ext uri="{FF2B5EF4-FFF2-40B4-BE49-F238E27FC236}">
                <a16:creationId xmlns:a16="http://schemas.microsoft.com/office/drawing/2014/main" id="{08262A7A-6863-1588-14E1-13A6D160AAEF}"/>
              </a:ext>
            </a:extLst>
          </p:cNvPr>
          <p:cNvSpPr>
            <a:spLocks noGrp="1"/>
          </p:cNvSpPr>
          <p:nvPr>
            <p:ph type="body" sz="quarter" idx="24" hasCustomPrompt="1"/>
          </p:nvPr>
        </p:nvSpPr>
        <p:spPr>
          <a:xfrm>
            <a:off x="1525068" y="3363778"/>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8" name="Straight Connector 17">
            <a:extLst>
              <a:ext uri="{FF2B5EF4-FFF2-40B4-BE49-F238E27FC236}">
                <a16:creationId xmlns:a16="http://schemas.microsoft.com/office/drawing/2014/main" id="{5FD00E11-516A-293E-1670-CE8CC13DCE7B}"/>
              </a:ext>
            </a:extLst>
          </p:cNvPr>
          <p:cNvCxnSpPr>
            <a:cxnSpLocks/>
          </p:cNvCxnSpPr>
          <p:nvPr userDrawn="1"/>
        </p:nvCxnSpPr>
        <p:spPr>
          <a:xfrm>
            <a:off x="1507491" y="3246544"/>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2" name="Text Placeholder 3">
            <a:extLst>
              <a:ext uri="{FF2B5EF4-FFF2-40B4-BE49-F238E27FC236}">
                <a16:creationId xmlns:a16="http://schemas.microsoft.com/office/drawing/2014/main" id="{206978C6-744D-D7D7-F3AA-10134708ADE2}"/>
              </a:ext>
            </a:extLst>
          </p:cNvPr>
          <p:cNvSpPr>
            <a:spLocks noGrp="1"/>
          </p:cNvSpPr>
          <p:nvPr>
            <p:ph type="body" sz="quarter" idx="25" hasCustomPrompt="1"/>
          </p:nvPr>
        </p:nvSpPr>
        <p:spPr>
          <a:xfrm>
            <a:off x="6092947" y="3363778"/>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3" name="Straight Connector 32">
            <a:extLst>
              <a:ext uri="{FF2B5EF4-FFF2-40B4-BE49-F238E27FC236}">
                <a16:creationId xmlns:a16="http://schemas.microsoft.com/office/drawing/2014/main" id="{0D294E24-D676-54B4-D3D0-092255AA4A85}"/>
              </a:ext>
            </a:extLst>
          </p:cNvPr>
          <p:cNvCxnSpPr>
            <a:cxnSpLocks/>
          </p:cNvCxnSpPr>
          <p:nvPr userDrawn="1"/>
        </p:nvCxnSpPr>
        <p:spPr>
          <a:xfrm>
            <a:off x="6075370" y="3246544"/>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6" name="Text Placeholder 3">
            <a:extLst>
              <a:ext uri="{FF2B5EF4-FFF2-40B4-BE49-F238E27FC236}">
                <a16:creationId xmlns:a16="http://schemas.microsoft.com/office/drawing/2014/main" id="{E3D807B0-712F-DA8D-B9F8-55DE5DA67619}"/>
              </a:ext>
            </a:extLst>
          </p:cNvPr>
          <p:cNvSpPr>
            <a:spLocks noGrp="1"/>
          </p:cNvSpPr>
          <p:nvPr>
            <p:ph type="body" sz="quarter" idx="27" hasCustomPrompt="1"/>
          </p:nvPr>
        </p:nvSpPr>
        <p:spPr>
          <a:xfrm>
            <a:off x="3816903" y="5717934"/>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7" name="Straight Connector 36">
            <a:extLst>
              <a:ext uri="{FF2B5EF4-FFF2-40B4-BE49-F238E27FC236}">
                <a16:creationId xmlns:a16="http://schemas.microsoft.com/office/drawing/2014/main" id="{6611E584-87D8-9B0C-C2EC-87E3C021B4B9}"/>
              </a:ext>
            </a:extLst>
          </p:cNvPr>
          <p:cNvCxnSpPr>
            <a:cxnSpLocks/>
          </p:cNvCxnSpPr>
          <p:nvPr userDrawn="1"/>
        </p:nvCxnSpPr>
        <p:spPr>
          <a:xfrm>
            <a:off x="3799326" y="5600700"/>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B03ED1C6-3C3C-CB6D-72E5-2BE409B370FB}"/>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16610841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Image (Vert) ALL Domain">
    <p:spTree>
      <p:nvGrpSpPr>
        <p:cNvPr id="1" name=""/>
        <p:cNvGrpSpPr/>
        <p:nvPr/>
      </p:nvGrpSpPr>
      <p:grpSpPr>
        <a:xfrm>
          <a:off x="0" y="0"/>
          <a:ext cx="0" cy="0"/>
          <a:chOff x="0" y="0"/>
          <a:chExt cx="0" cy="0"/>
        </a:xfrm>
      </p:grpSpPr>
      <p:pic>
        <p:nvPicPr>
          <p:cNvPr id="27" name="generic.png" descr="generic.png">
            <a:extLst>
              <a:ext uri="{FF2B5EF4-FFF2-40B4-BE49-F238E27FC236}">
                <a16:creationId xmlns:a16="http://schemas.microsoft.com/office/drawing/2014/main" id="{A71CD4F0-F60F-3698-A034-D451D18879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656"/>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5" name="Text Placeholder 18">
            <a:extLst>
              <a:ext uri="{FF2B5EF4-FFF2-40B4-BE49-F238E27FC236}">
                <a16:creationId xmlns:a16="http://schemas.microsoft.com/office/drawing/2014/main" id="{E6D55FFC-C608-D247-CAA1-5F7A49885960}"/>
              </a:ext>
            </a:extLst>
          </p:cNvPr>
          <p:cNvSpPr>
            <a:spLocks noGrp="1"/>
          </p:cNvSpPr>
          <p:nvPr>
            <p:ph type="body" sz="quarter" idx="16" hasCustomPrompt="1"/>
          </p:nvPr>
        </p:nvSpPr>
        <p:spPr>
          <a:xfrm>
            <a:off x="395185" y="368823"/>
            <a:ext cx="10727118"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THREE IMAGE – VERTICAL LOCKUP</a:t>
            </a:r>
          </a:p>
        </p:txBody>
      </p:sp>
      <p:sp>
        <p:nvSpPr>
          <p:cNvPr id="8" name="Picture Placeholder 11">
            <a:extLst>
              <a:ext uri="{FF2B5EF4-FFF2-40B4-BE49-F238E27FC236}">
                <a16:creationId xmlns:a16="http://schemas.microsoft.com/office/drawing/2014/main" id="{D38449DA-2358-C2F3-4442-788BA3406D1B}"/>
              </a:ext>
            </a:extLst>
          </p:cNvPr>
          <p:cNvSpPr>
            <a:spLocks noGrp="1"/>
          </p:cNvSpPr>
          <p:nvPr>
            <p:ph type="pic" sz="quarter" idx="10"/>
          </p:nvPr>
        </p:nvSpPr>
        <p:spPr>
          <a:xfrm>
            <a:off x="779381" y="1828802"/>
            <a:ext cx="3351927" cy="3002081"/>
          </a:xfrm>
          <a:prstGeom prst="rect">
            <a:avLst/>
          </a:prstGeom>
        </p:spPr>
        <p:txBody>
          <a:bodyPr/>
          <a:lstStyle>
            <a:lvl1pPr>
              <a:defRPr>
                <a:noFill/>
              </a:defRPr>
            </a:lvl1pPr>
          </a:lstStyle>
          <a:p>
            <a:endParaRPr lang="en-US" dirty="0"/>
          </a:p>
        </p:txBody>
      </p:sp>
      <p:sp>
        <p:nvSpPr>
          <p:cNvPr id="4" name="Text Placeholder 3">
            <a:extLst>
              <a:ext uri="{FF2B5EF4-FFF2-40B4-BE49-F238E27FC236}">
                <a16:creationId xmlns:a16="http://schemas.microsoft.com/office/drawing/2014/main" id="{300666CE-7FD0-1703-ECA2-8684A1A2D6B0}"/>
              </a:ext>
            </a:extLst>
          </p:cNvPr>
          <p:cNvSpPr>
            <a:spLocks noGrp="1"/>
          </p:cNvSpPr>
          <p:nvPr>
            <p:ph type="body" sz="quarter" idx="20" hasCustomPrompt="1"/>
          </p:nvPr>
        </p:nvSpPr>
        <p:spPr>
          <a:xfrm>
            <a:off x="779381" y="5181359"/>
            <a:ext cx="3351927"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2" name="Straight Connector 11">
            <a:extLst>
              <a:ext uri="{FF2B5EF4-FFF2-40B4-BE49-F238E27FC236}">
                <a16:creationId xmlns:a16="http://schemas.microsoft.com/office/drawing/2014/main" id="{FDFFB5B9-4BA7-6D96-4C01-F2F23E712358}"/>
              </a:ext>
            </a:extLst>
          </p:cNvPr>
          <p:cNvCxnSpPr>
            <a:cxnSpLocks/>
          </p:cNvCxnSpPr>
          <p:nvPr userDrawn="1"/>
        </p:nvCxnSpPr>
        <p:spPr>
          <a:xfrm>
            <a:off x="761802" y="5029200"/>
            <a:ext cx="3369506"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5" name="Slide Number">
            <a:extLst>
              <a:ext uri="{FF2B5EF4-FFF2-40B4-BE49-F238E27FC236}">
                <a16:creationId xmlns:a16="http://schemas.microsoft.com/office/drawing/2014/main" id="{A9BFDC2D-74D7-E765-7496-9F71DA51081A}"/>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13" name="Picture Placeholder 11">
            <a:extLst>
              <a:ext uri="{FF2B5EF4-FFF2-40B4-BE49-F238E27FC236}">
                <a16:creationId xmlns:a16="http://schemas.microsoft.com/office/drawing/2014/main" id="{B8583CD7-3BC6-7BBF-C0E3-459A9CE5ED14}"/>
              </a:ext>
            </a:extLst>
          </p:cNvPr>
          <p:cNvSpPr>
            <a:spLocks noGrp="1"/>
          </p:cNvSpPr>
          <p:nvPr>
            <p:ph type="pic" sz="quarter" idx="21"/>
          </p:nvPr>
        </p:nvSpPr>
        <p:spPr>
          <a:xfrm>
            <a:off x="4358526" y="1837269"/>
            <a:ext cx="3351927" cy="3002081"/>
          </a:xfrm>
          <a:prstGeom prst="rect">
            <a:avLst/>
          </a:prstGeom>
        </p:spPr>
        <p:txBody>
          <a:bodyPr/>
          <a:lstStyle>
            <a:lvl1pPr>
              <a:defRPr>
                <a:noFill/>
              </a:defRPr>
            </a:lvl1pPr>
          </a:lstStyle>
          <a:p>
            <a:endParaRPr lang="en-US" dirty="0"/>
          </a:p>
        </p:txBody>
      </p:sp>
      <p:sp>
        <p:nvSpPr>
          <p:cNvPr id="21" name="Picture Placeholder 11">
            <a:extLst>
              <a:ext uri="{FF2B5EF4-FFF2-40B4-BE49-F238E27FC236}">
                <a16:creationId xmlns:a16="http://schemas.microsoft.com/office/drawing/2014/main" id="{ECAF905E-F3C2-97C5-74B3-24CD44613475}"/>
              </a:ext>
            </a:extLst>
          </p:cNvPr>
          <p:cNvSpPr>
            <a:spLocks noGrp="1"/>
          </p:cNvSpPr>
          <p:nvPr>
            <p:ph type="pic" sz="quarter" idx="22"/>
          </p:nvPr>
        </p:nvSpPr>
        <p:spPr>
          <a:xfrm>
            <a:off x="7937671" y="1845736"/>
            <a:ext cx="3351927" cy="3002081"/>
          </a:xfrm>
          <a:prstGeom prst="rect">
            <a:avLst/>
          </a:prstGeom>
        </p:spPr>
        <p:txBody>
          <a:bodyPr/>
          <a:lstStyle>
            <a:lvl1pPr>
              <a:defRPr>
                <a:noFill/>
              </a:defRPr>
            </a:lvl1pPr>
          </a:lstStyle>
          <a:p>
            <a:endParaRPr lang="en-US" dirty="0"/>
          </a:p>
        </p:txBody>
      </p:sp>
      <p:sp>
        <p:nvSpPr>
          <p:cNvPr id="23" name="Text Placeholder 3">
            <a:extLst>
              <a:ext uri="{FF2B5EF4-FFF2-40B4-BE49-F238E27FC236}">
                <a16:creationId xmlns:a16="http://schemas.microsoft.com/office/drawing/2014/main" id="{FCAC8592-6B48-255F-8B84-90D424540300}"/>
              </a:ext>
            </a:extLst>
          </p:cNvPr>
          <p:cNvSpPr>
            <a:spLocks noGrp="1"/>
          </p:cNvSpPr>
          <p:nvPr>
            <p:ph type="body" sz="quarter" idx="23" hasCustomPrompt="1"/>
          </p:nvPr>
        </p:nvSpPr>
        <p:spPr>
          <a:xfrm>
            <a:off x="4358526" y="5181359"/>
            <a:ext cx="3351927"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4" name="Straight Connector 23">
            <a:extLst>
              <a:ext uri="{FF2B5EF4-FFF2-40B4-BE49-F238E27FC236}">
                <a16:creationId xmlns:a16="http://schemas.microsoft.com/office/drawing/2014/main" id="{B241EBB0-203A-3AC6-3EC0-4EAD21DFB9C6}"/>
              </a:ext>
            </a:extLst>
          </p:cNvPr>
          <p:cNvCxnSpPr>
            <a:cxnSpLocks/>
          </p:cNvCxnSpPr>
          <p:nvPr userDrawn="1"/>
        </p:nvCxnSpPr>
        <p:spPr>
          <a:xfrm>
            <a:off x="4340947" y="5029200"/>
            <a:ext cx="3369506"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5" name="Text Placeholder 3">
            <a:extLst>
              <a:ext uri="{FF2B5EF4-FFF2-40B4-BE49-F238E27FC236}">
                <a16:creationId xmlns:a16="http://schemas.microsoft.com/office/drawing/2014/main" id="{7E8ADEA5-346F-94CD-2E9E-9E572102199B}"/>
              </a:ext>
            </a:extLst>
          </p:cNvPr>
          <p:cNvSpPr>
            <a:spLocks noGrp="1"/>
          </p:cNvSpPr>
          <p:nvPr>
            <p:ph type="body" sz="quarter" idx="24" hasCustomPrompt="1"/>
          </p:nvPr>
        </p:nvSpPr>
        <p:spPr>
          <a:xfrm>
            <a:off x="7937671" y="5181359"/>
            <a:ext cx="3351927"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6" name="Straight Connector 25">
            <a:extLst>
              <a:ext uri="{FF2B5EF4-FFF2-40B4-BE49-F238E27FC236}">
                <a16:creationId xmlns:a16="http://schemas.microsoft.com/office/drawing/2014/main" id="{32191538-D6E6-2008-4FE3-ED2292A2B98F}"/>
              </a:ext>
            </a:extLst>
          </p:cNvPr>
          <p:cNvCxnSpPr>
            <a:cxnSpLocks/>
          </p:cNvCxnSpPr>
          <p:nvPr userDrawn="1"/>
        </p:nvCxnSpPr>
        <p:spPr>
          <a:xfrm>
            <a:off x="7920092" y="5029200"/>
            <a:ext cx="3369506"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 name="TextBox 2">
            <a:extLst>
              <a:ext uri="{FF2B5EF4-FFF2-40B4-BE49-F238E27FC236}">
                <a16:creationId xmlns:a16="http://schemas.microsoft.com/office/drawing/2014/main" id="{0219F4BE-4D5D-23FC-5EEC-BE1B743AD654}"/>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28083151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Image (Horiz) GENERIC Domain">
    <p:spTree>
      <p:nvGrpSpPr>
        <p:cNvPr id="1" name=""/>
        <p:cNvGrpSpPr/>
        <p:nvPr/>
      </p:nvGrpSpPr>
      <p:grpSpPr>
        <a:xfrm>
          <a:off x="0" y="0"/>
          <a:ext cx="0" cy="0"/>
          <a:chOff x="0" y="0"/>
          <a:chExt cx="0" cy="0"/>
        </a:xfrm>
      </p:grpSpPr>
      <p:pic>
        <p:nvPicPr>
          <p:cNvPr id="7" name="generic2.png" descr="generic2.png">
            <a:extLst>
              <a:ext uri="{FF2B5EF4-FFF2-40B4-BE49-F238E27FC236}">
                <a16:creationId xmlns:a16="http://schemas.microsoft.com/office/drawing/2014/main" id="{5C03C003-B59D-A268-B648-0919BE42745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a:p>
        </p:txBody>
      </p:sp>
      <p:sp>
        <p:nvSpPr>
          <p:cNvPr id="12" name="Picture Placeholder 11">
            <a:extLst>
              <a:ext uri="{FF2B5EF4-FFF2-40B4-BE49-F238E27FC236}">
                <a16:creationId xmlns:a16="http://schemas.microsoft.com/office/drawing/2014/main" id="{0BFFF7BF-8CEF-D9E6-35C8-0977503CA9AF}"/>
              </a:ext>
            </a:extLst>
          </p:cNvPr>
          <p:cNvSpPr>
            <a:spLocks noGrp="1"/>
          </p:cNvSpPr>
          <p:nvPr>
            <p:ph type="pic" sz="quarter" idx="10"/>
          </p:nvPr>
        </p:nvSpPr>
        <p:spPr>
          <a:xfrm>
            <a:off x="1525070" y="1639959"/>
            <a:ext cx="4094684" cy="1455937"/>
          </a:xfrm>
          <a:prstGeom prst="rect">
            <a:avLst/>
          </a:prstGeom>
        </p:spPr>
        <p:txBody>
          <a:bodyPr/>
          <a:lstStyle>
            <a:lvl1pPr>
              <a:defRPr>
                <a:noFill/>
              </a:defRPr>
            </a:lvl1pPr>
          </a:lstStyle>
          <a:p>
            <a:endParaRPr lang="en-US" dirty="0"/>
          </a:p>
        </p:txBody>
      </p:sp>
      <p:sp>
        <p:nvSpPr>
          <p:cNvPr id="3" name="Picture Placeholder 11">
            <a:extLst>
              <a:ext uri="{FF2B5EF4-FFF2-40B4-BE49-F238E27FC236}">
                <a16:creationId xmlns:a16="http://schemas.microsoft.com/office/drawing/2014/main" id="{DFCFCE3D-E4E5-3025-C597-FEE8F6E4F22F}"/>
              </a:ext>
            </a:extLst>
          </p:cNvPr>
          <p:cNvSpPr>
            <a:spLocks noGrp="1"/>
          </p:cNvSpPr>
          <p:nvPr>
            <p:ph type="pic" sz="quarter" idx="11"/>
          </p:nvPr>
        </p:nvSpPr>
        <p:spPr>
          <a:xfrm>
            <a:off x="6075369" y="1638302"/>
            <a:ext cx="4094684" cy="1455937"/>
          </a:xfrm>
          <a:prstGeom prst="rect">
            <a:avLst/>
          </a:prstGeom>
        </p:spPr>
        <p:txBody>
          <a:bodyPr/>
          <a:lstStyle>
            <a:lvl1pPr>
              <a:defRPr>
                <a:noFill/>
              </a:defRPr>
            </a:lvl1pPr>
          </a:lstStyle>
          <a:p>
            <a:endParaRPr lang="en-US" dirty="0"/>
          </a:p>
        </p:txBody>
      </p:sp>
      <p:sp>
        <p:nvSpPr>
          <p:cNvPr id="8" name="Text Placeholder 18">
            <a:extLst>
              <a:ext uri="{FF2B5EF4-FFF2-40B4-BE49-F238E27FC236}">
                <a16:creationId xmlns:a16="http://schemas.microsoft.com/office/drawing/2014/main" id="{104ED2E1-7D26-C157-E305-BB9C272E6EE7}"/>
              </a:ext>
            </a:extLst>
          </p:cNvPr>
          <p:cNvSpPr>
            <a:spLocks noGrp="1"/>
          </p:cNvSpPr>
          <p:nvPr>
            <p:ph type="body" sz="quarter" idx="16" hasCustomPrompt="1"/>
          </p:nvPr>
        </p:nvSpPr>
        <p:spPr>
          <a:xfrm>
            <a:off x="395186" y="368823"/>
            <a:ext cx="9013064"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THREE IMAGE – HORIZONTAL LOCKUP</a:t>
            </a:r>
          </a:p>
        </p:txBody>
      </p:sp>
      <p:sp>
        <p:nvSpPr>
          <p:cNvPr id="11" name="Picture Placeholder 11">
            <a:extLst>
              <a:ext uri="{FF2B5EF4-FFF2-40B4-BE49-F238E27FC236}">
                <a16:creationId xmlns:a16="http://schemas.microsoft.com/office/drawing/2014/main" id="{2E065835-8DA5-4452-3839-C2BA1D05D2F1}"/>
              </a:ext>
            </a:extLst>
          </p:cNvPr>
          <p:cNvSpPr>
            <a:spLocks noGrp="1"/>
          </p:cNvSpPr>
          <p:nvPr>
            <p:ph type="pic" sz="quarter" idx="18"/>
          </p:nvPr>
        </p:nvSpPr>
        <p:spPr>
          <a:xfrm>
            <a:off x="3778812" y="3992365"/>
            <a:ext cx="4094684" cy="1455937"/>
          </a:xfrm>
          <a:prstGeom prst="rect">
            <a:avLst/>
          </a:prstGeom>
        </p:spPr>
        <p:txBody>
          <a:bodyPr/>
          <a:lstStyle>
            <a:lvl1pPr>
              <a:defRPr>
                <a:noFill/>
              </a:defRPr>
            </a:lvl1pPr>
          </a:lstStyle>
          <a:p>
            <a:endParaRPr lang="en-US" dirty="0"/>
          </a:p>
        </p:txBody>
      </p:sp>
      <p:sp>
        <p:nvSpPr>
          <p:cNvPr id="17" name="Text Placeholder 3">
            <a:extLst>
              <a:ext uri="{FF2B5EF4-FFF2-40B4-BE49-F238E27FC236}">
                <a16:creationId xmlns:a16="http://schemas.microsoft.com/office/drawing/2014/main" id="{08262A7A-6863-1588-14E1-13A6D160AAEF}"/>
              </a:ext>
            </a:extLst>
          </p:cNvPr>
          <p:cNvSpPr>
            <a:spLocks noGrp="1"/>
          </p:cNvSpPr>
          <p:nvPr>
            <p:ph type="body" sz="quarter" idx="24" hasCustomPrompt="1"/>
          </p:nvPr>
        </p:nvSpPr>
        <p:spPr>
          <a:xfrm>
            <a:off x="1525068" y="3363778"/>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8" name="Straight Connector 17">
            <a:extLst>
              <a:ext uri="{FF2B5EF4-FFF2-40B4-BE49-F238E27FC236}">
                <a16:creationId xmlns:a16="http://schemas.microsoft.com/office/drawing/2014/main" id="{5FD00E11-516A-293E-1670-CE8CC13DCE7B}"/>
              </a:ext>
            </a:extLst>
          </p:cNvPr>
          <p:cNvCxnSpPr>
            <a:cxnSpLocks/>
          </p:cNvCxnSpPr>
          <p:nvPr userDrawn="1"/>
        </p:nvCxnSpPr>
        <p:spPr>
          <a:xfrm>
            <a:off x="1507491" y="3246544"/>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2" name="Text Placeholder 3">
            <a:extLst>
              <a:ext uri="{FF2B5EF4-FFF2-40B4-BE49-F238E27FC236}">
                <a16:creationId xmlns:a16="http://schemas.microsoft.com/office/drawing/2014/main" id="{206978C6-744D-D7D7-F3AA-10134708ADE2}"/>
              </a:ext>
            </a:extLst>
          </p:cNvPr>
          <p:cNvSpPr>
            <a:spLocks noGrp="1"/>
          </p:cNvSpPr>
          <p:nvPr>
            <p:ph type="body" sz="quarter" idx="25" hasCustomPrompt="1"/>
          </p:nvPr>
        </p:nvSpPr>
        <p:spPr>
          <a:xfrm>
            <a:off x="6092947" y="3363778"/>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3" name="Straight Connector 32">
            <a:extLst>
              <a:ext uri="{FF2B5EF4-FFF2-40B4-BE49-F238E27FC236}">
                <a16:creationId xmlns:a16="http://schemas.microsoft.com/office/drawing/2014/main" id="{0D294E24-D676-54B4-D3D0-092255AA4A85}"/>
              </a:ext>
            </a:extLst>
          </p:cNvPr>
          <p:cNvCxnSpPr>
            <a:cxnSpLocks/>
          </p:cNvCxnSpPr>
          <p:nvPr userDrawn="1"/>
        </p:nvCxnSpPr>
        <p:spPr>
          <a:xfrm>
            <a:off x="6075370" y="3246544"/>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6" name="Text Placeholder 3">
            <a:extLst>
              <a:ext uri="{FF2B5EF4-FFF2-40B4-BE49-F238E27FC236}">
                <a16:creationId xmlns:a16="http://schemas.microsoft.com/office/drawing/2014/main" id="{E3D807B0-712F-DA8D-B9F8-55DE5DA67619}"/>
              </a:ext>
            </a:extLst>
          </p:cNvPr>
          <p:cNvSpPr>
            <a:spLocks noGrp="1"/>
          </p:cNvSpPr>
          <p:nvPr>
            <p:ph type="body" sz="quarter" idx="27" hasCustomPrompt="1"/>
          </p:nvPr>
        </p:nvSpPr>
        <p:spPr>
          <a:xfrm>
            <a:off x="3816903" y="5717934"/>
            <a:ext cx="4094683"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37" name="Straight Connector 36">
            <a:extLst>
              <a:ext uri="{FF2B5EF4-FFF2-40B4-BE49-F238E27FC236}">
                <a16:creationId xmlns:a16="http://schemas.microsoft.com/office/drawing/2014/main" id="{6611E584-87D8-9B0C-C2EC-87E3C021B4B9}"/>
              </a:ext>
            </a:extLst>
          </p:cNvPr>
          <p:cNvCxnSpPr>
            <a:cxnSpLocks/>
          </p:cNvCxnSpPr>
          <p:nvPr userDrawn="1"/>
        </p:nvCxnSpPr>
        <p:spPr>
          <a:xfrm>
            <a:off x="3799326" y="5600700"/>
            <a:ext cx="4112263"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 name="TextBox 1">
            <a:extLst>
              <a:ext uri="{FF2B5EF4-FFF2-40B4-BE49-F238E27FC236}">
                <a16:creationId xmlns:a16="http://schemas.microsoft.com/office/drawing/2014/main" id="{CBD38024-3776-2F4F-7420-20018F4DAEE4}"/>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20477676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Image (Vert)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5" name="Text Placeholder 18">
            <a:extLst>
              <a:ext uri="{FF2B5EF4-FFF2-40B4-BE49-F238E27FC236}">
                <a16:creationId xmlns:a16="http://schemas.microsoft.com/office/drawing/2014/main" id="{E6D55FFC-C608-D247-CAA1-5F7A49885960}"/>
              </a:ext>
            </a:extLst>
          </p:cNvPr>
          <p:cNvSpPr>
            <a:spLocks noGrp="1"/>
          </p:cNvSpPr>
          <p:nvPr>
            <p:ph type="body" sz="quarter" idx="16" hasCustomPrompt="1"/>
          </p:nvPr>
        </p:nvSpPr>
        <p:spPr>
          <a:xfrm>
            <a:off x="395184" y="368823"/>
            <a:ext cx="10894413"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THREE IMAGE – VERTICAL LOCKUP</a:t>
            </a:r>
          </a:p>
        </p:txBody>
      </p:sp>
      <p:sp>
        <p:nvSpPr>
          <p:cNvPr id="8" name="Picture Placeholder 11">
            <a:extLst>
              <a:ext uri="{FF2B5EF4-FFF2-40B4-BE49-F238E27FC236}">
                <a16:creationId xmlns:a16="http://schemas.microsoft.com/office/drawing/2014/main" id="{D38449DA-2358-C2F3-4442-788BA3406D1B}"/>
              </a:ext>
            </a:extLst>
          </p:cNvPr>
          <p:cNvSpPr>
            <a:spLocks noGrp="1"/>
          </p:cNvSpPr>
          <p:nvPr>
            <p:ph type="pic" sz="quarter" idx="10"/>
          </p:nvPr>
        </p:nvSpPr>
        <p:spPr>
          <a:xfrm>
            <a:off x="779381" y="1828802"/>
            <a:ext cx="3351927" cy="3002081"/>
          </a:xfrm>
          <a:prstGeom prst="rect">
            <a:avLst/>
          </a:prstGeom>
        </p:spPr>
        <p:txBody>
          <a:bodyPr/>
          <a:lstStyle>
            <a:lvl1pPr>
              <a:defRPr>
                <a:noFill/>
              </a:defRPr>
            </a:lvl1pPr>
          </a:lstStyle>
          <a:p>
            <a:endParaRPr lang="en-US" dirty="0"/>
          </a:p>
        </p:txBody>
      </p:sp>
      <p:sp>
        <p:nvSpPr>
          <p:cNvPr id="4" name="Text Placeholder 3">
            <a:extLst>
              <a:ext uri="{FF2B5EF4-FFF2-40B4-BE49-F238E27FC236}">
                <a16:creationId xmlns:a16="http://schemas.microsoft.com/office/drawing/2014/main" id="{300666CE-7FD0-1703-ECA2-8684A1A2D6B0}"/>
              </a:ext>
            </a:extLst>
          </p:cNvPr>
          <p:cNvSpPr>
            <a:spLocks noGrp="1"/>
          </p:cNvSpPr>
          <p:nvPr>
            <p:ph type="body" sz="quarter" idx="20" hasCustomPrompt="1"/>
          </p:nvPr>
        </p:nvSpPr>
        <p:spPr>
          <a:xfrm>
            <a:off x="779381" y="5181359"/>
            <a:ext cx="3351927"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2" name="Straight Connector 11">
            <a:extLst>
              <a:ext uri="{FF2B5EF4-FFF2-40B4-BE49-F238E27FC236}">
                <a16:creationId xmlns:a16="http://schemas.microsoft.com/office/drawing/2014/main" id="{FDFFB5B9-4BA7-6D96-4C01-F2F23E712358}"/>
              </a:ext>
            </a:extLst>
          </p:cNvPr>
          <p:cNvCxnSpPr>
            <a:cxnSpLocks/>
          </p:cNvCxnSpPr>
          <p:nvPr userDrawn="1"/>
        </p:nvCxnSpPr>
        <p:spPr>
          <a:xfrm>
            <a:off x="761802" y="5029200"/>
            <a:ext cx="3369506"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5" name="Slide Number">
            <a:extLst>
              <a:ext uri="{FF2B5EF4-FFF2-40B4-BE49-F238E27FC236}">
                <a16:creationId xmlns:a16="http://schemas.microsoft.com/office/drawing/2014/main" id="{A9BFDC2D-74D7-E765-7496-9F71DA51081A}"/>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13" name="Picture Placeholder 11">
            <a:extLst>
              <a:ext uri="{FF2B5EF4-FFF2-40B4-BE49-F238E27FC236}">
                <a16:creationId xmlns:a16="http://schemas.microsoft.com/office/drawing/2014/main" id="{B8583CD7-3BC6-7BBF-C0E3-459A9CE5ED14}"/>
              </a:ext>
            </a:extLst>
          </p:cNvPr>
          <p:cNvSpPr>
            <a:spLocks noGrp="1"/>
          </p:cNvSpPr>
          <p:nvPr>
            <p:ph type="pic" sz="quarter" idx="21"/>
          </p:nvPr>
        </p:nvSpPr>
        <p:spPr>
          <a:xfrm>
            <a:off x="4358526" y="1837269"/>
            <a:ext cx="3351927" cy="3002081"/>
          </a:xfrm>
          <a:prstGeom prst="rect">
            <a:avLst/>
          </a:prstGeom>
        </p:spPr>
        <p:txBody>
          <a:bodyPr/>
          <a:lstStyle>
            <a:lvl1pPr>
              <a:defRPr>
                <a:noFill/>
              </a:defRPr>
            </a:lvl1pPr>
          </a:lstStyle>
          <a:p>
            <a:endParaRPr lang="en-US" dirty="0"/>
          </a:p>
        </p:txBody>
      </p:sp>
      <p:sp>
        <p:nvSpPr>
          <p:cNvPr id="21" name="Picture Placeholder 11">
            <a:extLst>
              <a:ext uri="{FF2B5EF4-FFF2-40B4-BE49-F238E27FC236}">
                <a16:creationId xmlns:a16="http://schemas.microsoft.com/office/drawing/2014/main" id="{ECAF905E-F3C2-97C5-74B3-24CD44613475}"/>
              </a:ext>
            </a:extLst>
          </p:cNvPr>
          <p:cNvSpPr>
            <a:spLocks noGrp="1"/>
          </p:cNvSpPr>
          <p:nvPr>
            <p:ph type="pic" sz="quarter" idx="22"/>
          </p:nvPr>
        </p:nvSpPr>
        <p:spPr>
          <a:xfrm>
            <a:off x="7937671" y="1845736"/>
            <a:ext cx="3351927" cy="3002081"/>
          </a:xfrm>
          <a:prstGeom prst="rect">
            <a:avLst/>
          </a:prstGeom>
        </p:spPr>
        <p:txBody>
          <a:bodyPr/>
          <a:lstStyle>
            <a:lvl1pPr>
              <a:defRPr>
                <a:noFill/>
              </a:defRPr>
            </a:lvl1pPr>
          </a:lstStyle>
          <a:p>
            <a:endParaRPr lang="en-US" dirty="0"/>
          </a:p>
        </p:txBody>
      </p:sp>
      <p:sp>
        <p:nvSpPr>
          <p:cNvPr id="23" name="Text Placeholder 3">
            <a:extLst>
              <a:ext uri="{FF2B5EF4-FFF2-40B4-BE49-F238E27FC236}">
                <a16:creationId xmlns:a16="http://schemas.microsoft.com/office/drawing/2014/main" id="{FCAC8592-6B48-255F-8B84-90D424540300}"/>
              </a:ext>
            </a:extLst>
          </p:cNvPr>
          <p:cNvSpPr>
            <a:spLocks noGrp="1"/>
          </p:cNvSpPr>
          <p:nvPr>
            <p:ph type="body" sz="quarter" idx="23" hasCustomPrompt="1"/>
          </p:nvPr>
        </p:nvSpPr>
        <p:spPr>
          <a:xfrm>
            <a:off x="4358526" y="5181359"/>
            <a:ext cx="3351927"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4" name="Straight Connector 23">
            <a:extLst>
              <a:ext uri="{FF2B5EF4-FFF2-40B4-BE49-F238E27FC236}">
                <a16:creationId xmlns:a16="http://schemas.microsoft.com/office/drawing/2014/main" id="{B241EBB0-203A-3AC6-3EC0-4EAD21DFB9C6}"/>
              </a:ext>
            </a:extLst>
          </p:cNvPr>
          <p:cNvCxnSpPr>
            <a:cxnSpLocks/>
          </p:cNvCxnSpPr>
          <p:nvPr userDrawn="1"/>
        </p:nvCxnSpPr>
        <p:spPr>
          <a:xfrm>
            <a:off x="4340947" y="5029200"/>
            <a:ext cx="3369506"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25" name="Text Placeholder 3">
            <a:extLst>
              <a:ext uri="{FF2B5EF4-FFF2-40B4-BE49-F238E27FC236}">
                <a16:creationId xmlns:a16="http://schemas.microsoft.com/office/drawing/2014/main" id="{7E8ADEA5-346F-94CD-2E9E-9E572102199B}"/>
              </a:ext>
            </a:extLst>
          </p:cNvPr>
          <p:cNvSpPr>
            <a:spLocks noGrp="1"/>
          </p:cNvSpPr>
          <p:nvPr>
            <p:ph type="body" sz="quarter" idx="24" hasCustomPrompt="1"/>
          </p:nvPr>
        </p:nvSpPr>
        <p:spPr>
          <a:xfrm>
            <a:off x="7937671" y="5181359"/>
            <a:ext cx="3351927"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26" name="Straight Connector 25">
            <a:extLst>
              <a:ext uri="{FF2B5EF4-FFF2-40B4-BE49-F238E27FC236}">
                <a16:creationId xmlns:a16="http://schemas.microsoft.com/office/drawing/2014/main" id="{32191538-D6E6-2008-4FE3-ED2292A2B98F}"/>
              </a:ext>
            </a:extLst>
          </p:cNvPr>
          <p:cNvCxnSpPr>
            <a:cxnSpLocks/>
          </p:cNvCxnSpPr>
          <p:nvPr userDrawn="1"/>
        </p:nvCxnSpPr>
        <p:spPr>
          <a:xfrm>
            <a:off x="7920092" y="5029200"/>
            <a:ext cx="3369506"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5DA8410A-E1BE-9419-B379-AE352D8DD153}"/>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19737153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Image (Horiz) ALL Domain">
    <p:spTree>
      <p:nvGrpSpPr>
        <p:cNvPr id="1" name=""/>
        <p:cNvGrpSpPr/>
        <p:nvPr/>
      </p:nvGrpSpPr>
      <p:grpSpPr>
        <a:xfrm>
          <a:off x="0" y="0"/>
          <a:ext cx="0" cy="0"/>
          <a:chOff x="0" y="0"/>
          <a:chExt cx="0" cy="0"/>
        </a:xfrm>
      </p:grpSpPr>
      <p:pic>
        <p:nvPicPr>
          <p:cNvPr id="27" name="generic.png" descr="generic.png">
            <a:extLst>
              <a:ext uri="{FF2B5EF4-FFF2-40B4-BE49-F238E27FC236}">
                <a16:creationId xmlns:a16="http://schemas.microsoft.com/office/drawing/2014/main" id="{A71CD4F0-F60F-3698-A034-D451D188795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1656"/>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5" name="Text Placeholder 18">
            <a:extLst>
              <a:ext uri="{FF2B5EF4-FFF2-40B4-BE49-F238E27FC236}">
                <a16:creationId xmlns:a16="http://schemas.microsoft.com/office/drawing/2014/main" id="{E6D55FFC-C608-D247-CAA1-5F7A49885960}"/>
              </a:ext>
            </a:extLst>
          </p:cNvPr>
          <p:cNvSpPr>
            <a:spLocks noGrp="1"/>
          </p:cNvSpPr>
          <p:nvPr>
            <p:ph type="body" sz="quarter" idx="16" hasCustomPrompt="1"/>
          </p:nvPr>
        </p:nvSpPr>
        <p:spPr>
          <a:xfrm>
            <a:off x="395185" y="368823"/>
            <a:ext cx="1019385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TWO IMAGE – HORIZONTAL LOCKUP</a:t>
            </a:r>
          </a:p>
        </p:txBody>
      </p:sp>
      <p:sp>
        <p:nvSpPr>
          <p:cNvPr id="8" name="Picture Placeholder 11">
            <a:extLst>
              <a:ext uri="{FF2B5EF4-FFF2-40B4-BE49-F238E27FC236}">
                <a16:creationId xmlns:a16="http://schemas.microsoft.com/office/drawing/2014/main" id="{D38449DA-2358-C2F3-4442-788BA3406D1B}"/>
              </a:ext>
            </a:extLst>
          </p:cNvPr>
          <p:cNvSpPr>
            <a:spLocks noGrp="1"/>
          </p:cNvSpPr>
          <p:nvPr>
            <p:ph type="pic" sz="quarter" idx="10"/>
          </p:nvPr>
        </p:nvSpPr>
        <p:spPr>
          <a:xfrm>
            <a:off x="969835" y="1828802"/>
            <a:ext cx="4958200" cy="3002081"/>
          </a:xfrm>
          <a:prstGeom prst="rect">
            <a:avLst/>
          </a:prstGeom>
        </p:spPr>
        <p:txBody>
          <a:bodyPr/>
          <a:lstStyle>
            <a:lvl1pPr>
              <a:defRPr>
                <a:noFill/>
              </a:defRPr>
            </a:lvl1pPr>
          </a:lstStyle>
          <a:p>
            <a:endParaRPr lang="en-US" dirty="0"/>
          </a:p>
        </p:txBody>
      </p:sp>
      <p:sp>
        <p:nvSpPr>
          <p:cNvPr id="4" name="Text Placeholder 3">
            <a:extLst>
              <a:ext uri="{FF2B5EF4-FFF2-40B4-BE49-F238E27FC236}">
                <a16:creationId xmlns:a16="http://schemas.microsoft.com/office/drawing/2014/main" id="{300666CE-7FD0-1703-ECA2-8684A1A2D6B0}"/>
              </a:ext>
            </a:extLst>
          </p:cNvPr>
          <p:cNvSpPr>
            <a:spLocks noGrp="1"/>
          </p:cNvSpPr>
          <p:nvPr>
            <p:ph type="body" sz="quarter" idx="20" hasCustomPrompt="1"/>
          </p:nvPr>
        </p:nvSpPr>
        <p:spPr>
          <a:xfrm>
            <a:off x="969835" y="5181359"/>
            <a:ext cx="4958200"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2" name="Straight Connector 11">
            <a:extLst>
              <a:ext uri="{FF2B5EF4-FFF2-40B4-BE49-F238E27FC236}">
                <a16:creationId xmlns:a16="http://schemas.microsoft.com/office/drawing/2014/main" id="{FDFFB5B9-4BA7-6D96-4C01-F2F23E712358}"/>
              </a:ext>
            </a:extLst>
          </p:cNvPr>
          <p:cNvCxnSpPr>
            <a:cxnSpLocks/>
          </p:cNvCxnSpPr>
          <p:nvPr userDrawn="1"/>
        </p:nvCxnSpPr>
        <p:spPr>
          <a:xfrm>
            <a:off x="952252" y="5029200"/>
            <a:ext cx="4975781"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5" name="Slide Number">
            <a:extLst>
              <a:ext uri="{FF2B5EF4-FFF2-40B4-BE49-F238E27FC236}">
                <a16:creationId xmlns:a16="http://schemas.microsoft.com/office/drawing/2014/main" id="{A9BFDC2D-74D7-E765-7496-9F71DA51081A}"/>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13" name="Picture Placeholder 11">
            <a:extLst>
              <a:ext uri="{FF2B5EF4-FFF2-40B4-BE49-F238E27FC236}">
                <a16:creationId xmlns:a16="http://schemas.microsoft.com/office/drawing/2014/main" id="{B8583CD7-3BC6-7BBF-C0E3-459A9CE5ED14}"/>
              </a:ext>
            </a:extLst>
          </p:cNvPr>
          <p:cNvSpPr>
            <a:spLocks noGrp="1"/>
          </p:cNvSpPr>
          <p:nvPr>
            <p:ph type="pic" sz="quarter" idx="21"/>
          </p:nvPr>
        </p:nvSpPr>
        <p:spPr>
          <a:xfrm>
            <a:off x="6316464" y="1837269"/>
            <a:ext cx="4958200" cy="3002081"/>
          </a:xfrm>
          <a:prstGeom prst="rect">
            <a:avLst/>
          </a:prstGeom>
        </p:spPr>
        <p:txBody>
          <a:bodyPr/>
          <a:lstStyle>
            <a:lvl1pPr>
              <a:defRPr>
                <a:noFill/>
              </a:defRPr>
            </a:lvl1pPr>
          </a:lstStyle>
          <a:p>
            <a:endParaRPr lang="en-US" dirty="0"/>
          </a:p>
        </p:txBody>
      </p:sp>
      <p:sp>
        <p:nvSpPr>
          <p:cNvPr id="9" name="Text Placeholder 3">
            <a:extLst>
              <a:ext uri="{FF2B5EF4-FFF2-40B4-BE49-F238E27FC236}">
                <a16:creationId xmlns:a16="http://schemas.microsoft.com/office/drawing/2014/main" id="{BEE00ED5-F4F3-E7D3-7227-1ABEAC97CDE6}"/>
              </a:ext>
            </a:extLst>
          </p:cNvPr>
          <p:cNvSpPr>
            <a:spLocks noGrp="1"/>
          </p:cNvSpPr>
          <p:nvPr>
            <p:ph type="body" sz="quarter" idx="22" hasCustomPrompt="1"/>
          </p:nvPr>
        </p:nvSpPr>
        <p:spPr>
          <a:xfrm>
            <a:off x="6308000" y="5181359"/>
            <a:ext cx="4958200"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0" name="Straight Connector 9">
            <a:extLst>
              <a:ext uri="{FF2B5EF4-FFF2-40B4-BE49-F238E27FC236}">
                <a16:creationId xmlns:a16="http://schemas.microsoft.com/office/drawing/2014/main" id="{A6641913-AAC2-D959-A33C-4F818F81A1F4}"/>
              </a:ext>
            </a:extLst>
          </p:cNvPr>
          <p:cNvCxnSpPr>
            <a:cxnSpLocks/>
          </p:cNvCxnSpPr>
          <p:nvPr userDrawn="1"/>
        </p:nvCxnSpPr>
        <p:spPr>
          <a:xfrm>
            <a:off x="6290418" y="5029200"/>
            <a:ext cx="4975781"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 name="TextBox 2">
            <a:extLst>
              <a:ext uri="{FF2B5EF4-FFF2-40B4-BE49-F238E27FC236}">
                <a16:creationId xmlns:a16="http://schemas.microsoft.com/office/drawing/2014/main" id="{9636C386-6CD5-B369-2DC4-5AF66978977D}"/>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2053261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Image (Vert) ALL Domain">
    <p:spTree>
      <p:nvGrpSpPr>
        <p:cNvPr id="1" name=""/>
        <p:cNvGrpSpPr/>
        <p:nvPr/>
      </p:nvGrpSpPr>
      <p:grpSpPr>
        <a:xfrm>
          <a:off x="0" y="0"/>
          <a:ext cx="0" cy="0"/>
          <a:chOff x="0" y="0"/>
          <a:chExt cx="0" cy="0"/>
        </a:xfrm>
      </p:grpSpPr>
      <p:pic>
        <p:nvPicPr>
          <p:cNvPr id="2" name="generic.png" descr="generic.png">
            <a:extLst>
              <a:ext uri="{FF2B5EF4-FFF2-40B4-BE49-F238E27FC236}">
                <a16:creationId xmlns:a16="http://schemas.microsoft.com/office/drawing/2014/main" id="{6D0B6277-363D-D61A-0539-2BD09AF0B0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656"/>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a:p>
        </p:txBody>
      </p:sp>
      <p:sp>
        <p:nvSpPr>
          <p:cNvPr id="12" name="Picture Placeholder 11">
            <a:extLst>
              <a:ext uri="{FF2B5EF4-FFF2-40B4-BE49-F238E27FC236}">
                <a16:creationId xmlns:a16="http://schemas.microsoft.com/office/drawing/2014/main" id="{0BFFF7BF-8CEF-D9E6-35C8-0977503CA9AF}"/>
              </a:ext>
            </a:extLst>
          </p:cNvPr>
          <p:cNvSpPr>
            <a:spLocks noGrp="1"/>
          </p:cNvSpPr>
          <p:nvPr>
            <p:ph type="pic" sz="quarter" idx="10"/>
          </p:nvPr>
        </p:nvSpPr>
        <p:spPr>
          <a:xfrm>
            <a:off x="2619590" y="1777283"/>
            <a:ext cx="3198102" cy="3303435"/>
          </a:xfrm>
          <a:prstGeom prst="rect">
            <a:avLst/>
          </a:prstGeom>
        </p:spPr>
        <p:txBody>
          <a:bodyPr/>
          <a:lstStyle>
            <a:lvl1pPr>
              <a:defRPr>
                <a:noFill/>
              </a:defRPr>
            </a:lvl1pPr>
          </a:lstStyle>
          <a:p>
            <a:endParaRPr lang="en-US" dirty="0"/>
          </a:p>
        </p:txBody>
      </p:sp>
      <p:sp>
        <p:nvSpPr>
          <p:cNvPr id="17" name="Text Placeholder 3">
            <a:extLst>
              <a:ext uri="{FF2B5EF4-FFF2-40B4-BE49-F238E27FC236}">
                <a16:creationId xmlns:a16="http://schemas.microsoft.com/office/drawing/2014/main" id="{08262A7A-6863-1588-14E1-13A6D160AAEF}"/>
              </a:ext>
            </a:extLst>
          </p:cNvPr>
          <p:cNvSpPr>
            <a:spLocks noGrp="1"/>
          </p:cNvSpPr>
          <p:nvPr>
            <p:ph type="body" sz="quarter" idx="24" hasCustomPrompt="1"/>
          </p:nvPr>
        </p:nvSpPr>
        <p:spPr>
          <a:xfrm>
            <a:off x="2637170" y="5401286"/>
            <a:ext cx="3180522"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8" name="Straight Connector 17">
            <a:extLst>
              <a:ext uri="{FF2B5EF4-FFF2-40B4-BE49-F238E27FC236}">
                <a16:creationId xmlns:a16="http://schemas.microsoft.com/office/drawing/2014/main" id="{5FD00E11-516A-293E-1670-CE8CC13DCE7B}"/>
              </a:ext>
            </a:extLst>
          </p:cNvPr>
          <p:cNvCxnSpPr>
            <a:cxnSpLocks/>
          </p:cNvCxnSpPr>
          <p:nvPr userDrawn="1"/>
        </p:nvCxnSpPr>
        <p:spPr>
          <a:xfrm>
            <a:off x="2619589" y="5284052"/>
            <a:ext cx="3194177"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0" name="Picture Placeholder 11">
            <a:extLst>
              <a:ext uri="{FF2B5EF4-FFF2-40B4-BE49-F238E27FC236}">
                <a16:creationId xmlns:a16="http://schemas.microsoft.com/office/drawing/2014/main" id="{19264090-A8C8-675D-2210-D8A717FBC4B1}"/>
              </a:ext>
            </a:extLst>
          </p:cNvPr>
          <p:cNvSpPr>
            <a:spLocks noGrp="1"/>
          </p:cNvSpPr>
          <p:nvPr>
            <p:ph type="pic" sz="quarter" idx="25"/>
          </p:nvPr>
        </p:nvSpPr>
        <p:spPr>
          <a:xfrm>
            <a:off x="6284865" y="1777283"/>
            <a:ext cx="3198102" cy="3303435"/>
          </a:xfrm>
          <a:prstGeom prst="rect">
            <a:avLst/>
          </a:prstGeom>
        </p:spPr>
        <p:txBody>
          <a:bodyPr/>
          <a:lstStyle>
            <a:lvl1pPr>
              <a:defRPr>
                <a:noFill/>
              </a:defRPr>
            </a:lvl1pPr>
          </a:lstStyle>
          <a:p>
            <a:endParaRPr lang="en-US" dirty="0"/>
          </a:p>
        </p:txBody>
      </p:sp>
      <p:sp>
        <p:nvSpPr>
          <p:cNvPr id="13" name="Text Placeholder 3">
            <a:extLst>
              <a:ext uri="{FF2B5EF4-FFF2-40B4-BE49-F238E27FC236}">
                <a16:creationId xmlns:a16="http://schemas.microsoft.com/office/drawing/2014/main" id="{452068A2-7220-B25C-5C56-8459265D8FA9}"/>
              </a:ext>
            </a:extLst>
          </p:cNvPr>
          <p:cNvSpPr>
            <a:spLocks noGrp="1"/>
          </p:cNvSpPr>
          <p:nvPr>
            <p:ph type="body" sz="quarter" idx="26" hasCustomPrompt="1"/>
          </p:nvPr>
        </p:nvSpPr>
        <p:spPr>
          <a:xfrm>
            <a:off x="6302443" y="5401286"/>
            <a:ext cx="3180522"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4" name="Straight Connector 13">
            <a:extLst>
              <a:ext uri="{FF2B5EF4-FFF2-40B4-BE49-F238E27FC236}">
                <a16:creationId xmlns:a16="http://schemas.microsoft.com/office/drawing/2014/main" id="{2BF75709-18A1-C004-D862-DA131B45A74C}"/>
              </a:ext>
            </a:extLst>
          </p:cNvPr>
          <p:cNvCxnSpPr>
            <a:cxnSpLocks/>
          </p:cNvCxnSpPr>
          <p:nvPr userDrawn="1"/>
        </p:nvCxnSpPr>
        <p:spPr>
          <a:xfrm>
            <a:off x="6284865" y="5284052"/>
            <a:ext cx="3194177"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 name="TextBox 2">
            <a:extLst>
              <a:ext uri="{FF2B5EF4-FFF2-40B4-BE49-F238E27FC236}">
                <a16:creationId xmlns:a16="http://schemas.microsoft.com/office/drawing/2014/main" id="{3DF559B2-6893-84FB-6277-0AF3C62B07D3}"/>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6" name="Text Placeholder 18">
            <a:extLst>
              <a:ext uri="{FF2B5EF4-FFF2-40B4-BE49-F238E27FC236}">
                <a16:creationId xmlns:a16="http://schemas.microsoft.com/office/drawing/2014/main" id="{DAE3B2AB-95D1-58E4-AB00-6653A5DEBAD9}"/>
              </a:ext>
            </a:extLst>
          </p:cNvPr>
          <p:cNvSpPr>
            <a:spLocks noGrp="1"/>
          </p:cNvSpPr>
          <p:nvPr>
            <p:ph type="body" sz="quarter" idx="16" hasCustomPrompt="1"/>
          </p:nvPr>
        </p:nvSpPr>
        <p:spPr>
          <a:xfrm>
            <a:off x="395185" y="368823"/>
            <a:ext cx="1019385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TWO IMAGE – vertical LOCKUP</a:t>
            </a:r>
          </a:p>
        </p:txBody>
      </p:sp>
    </p:spTree>
    <p:extLst>
      <p:ext uri="{BB962C8B-B14F-4D97-AF65-F5344CB8AC3E}">
        <p14:creationId xmlns:p14="http://schemas.microsoft.com/office/powerpoint/2010/main" val="8902360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Horiz) GENERIC Domain">
    <p:spTree>
      <p:nvGrpSpPr>
        <p:cNvPr id="1" name=""/>
        <p:cNvGrpSpPr/>
        <p:nvPr/>
      </p:nvGrpSpPr>
      <p:grpSpPr>
        <a:xfrm>
          <a:off x="0" y="0"/>
          <a:ext cx="0" cy="0"/>
          <a:chOff x="0" y="0"/>
          <a:chExt cx="0" cy="0"/>
        </a:xfrm>
      </p:grpSpPr>
      <p:pic>
        <p:nvPicPr>
          <p:cNvPr id="3" name="generic2.png" descr="generic2.png">
            <a:extLst>
              <a:ext uri="{FF2B5EF4-FFF2-40B4-BE49-F238E27FC236}">
                <a16:creationId xmlns:a16="http://schemas.microsoft.com/office/drawing/2014/main" id="{DEF4AF92-EA64-52BA-DA0D-B4536C7452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6" name="line.png" descr="line.png">
            <a:extLst>
              <a:ext uri="{FF2B5EF4-FFF2-40B4-BE49-F238E27FC236}">
                <a16:creationId xmlns:a16="http://schemas.microsoft.com/office/drawing/2014/main" id="{321DFE1E-50F2-D3FF-9CD7-FA894273A51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15" name="Text Placeholder 18">
            <a:extLst>
              <a:ext uri="{FF2B5EF4-FFF2-40B4-BE49-F238E27FC236}">
                <a16:creationId xmlns:a16="http://schemas.microsoft.com/office/drawing/2014/main" id="{E6D55FFC-C608-D247-CAA1-5F7A49885960}"/>
              </a:ext>
            </a:extLst>
          </p:cNvPr>
          <p:cNvSpPr>
            <a:spLocks noGrp="1"/>
          </p:cNvSpPr>
          <p:nvPr>
            <p:ph type="body" sz="quarter" idx="16" hasCustomPrompt="1"/>
          </p:nvPr>
        </p:nvSpPr>
        <p:spPr>
          <a:xfrm>
            <a:off x="395185" y="368823"/>
            <a:ext cx="10803298"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TWO IMAGE – HORIZONTAL LOCKUP</a:t>
            </a:r>
          </a:p>
        </p:txBody>
      </p:sp>
      <p:sp>
        <p:nvSpPr>
          <p:cNvPr id="5" name="Slide Number">
            <a:extLst>
              <a:ext uri="{FF2B5EF4-FFF2-40B4-BE49-F238E27FC236}">
                <a16:creationId xmlns:a16="http://schemas.microsoft.com/office/drawing/2014/main" id="{A9BFDC2D-74D7-E765-7496-9F71DA51081A}"/>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9" name="Picture Placeholder 11">
            <a:extLst>
              <a:ext uri="{FF2B5EF4-FFF2-40B4-BE49-F238E27FC236}">
                <a16:creationId xmlns:a16="http://schemas.microsoft.com/office/drawing/2014/main" id="{B073B8FD-33BC-A3DC-DED8-20E26F37EB45}"/>
              </a:ext>
            </a:extLst>
          </p:cNvPr>
          <p:cNvSpPr>
            <a:spLocks noGrp="1"/>
          </p:cNvSpPr>
          <p:nvPr>
            <p:ph type="pic" sz="quarter" idx="10"/>
          </p:nvPr>
        </p:nvSpPr>
        <p:spPr>
          <a:xfrm>
            <a:off x="969835" y="1828802"/>
            <a:ext cx="4958200" cy="3002081"/>
          </a:xfrm>
          <a:prstGeom prst="rect">
            <a:avLst/>
          </a:prstGeom>
        </p:spPr>
        <p:txBody>
          <a:bodyPr/>
          <a:lstStyle>
            <a:lvl1pPr>
              <a:defRPr>
                <a:noFill/>
              </a:defRPr>
            </a:lvl1pPr>
          </a:lstStyle>
          <a:p>
            <a:endParaRPr lang="en-US" dirty="0"/>
          </a:p>
        </p:txBody>
      </p:sp>
      <p:sp>
        <p:nvSpPr>
          <p:cNvPr id="10" name="Text Placeholder 3">
            <a:extLst>
              <a:ext uri="{FF2B5EF4-FFF2-40B4-BE49-F238E27FC236}">
                <a16:creationId xmlns:a16="http://schemas.microsoft.com/office/drawing/2014/main" id="{9327D1CC-94F2-F7B9-012D-DFD5839EAAC9}"/>
              </a:ext>
            </a:extLst>
          </p:cNvPr>
          <p:cNvSpPr>
            <a:spLocks noGrp="1"/>
          </p:cNvSpPr>
          <p:nvPr>
            <p:ph type="body" sz="quarter" idx="20" hasCustomPrompt="1"/>
          </p:nvPr>
        </p:nvSpPr>
        <p:spPr>
          <a:xfrm>
            <a:off x="969835" y="5181359"/>
            <a:ext cx="4958200"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1" name="Straight Connector 10">
            <a:extLst>
              <a:ext uri="{FF2B5EF4-FFF2-40B4-BE49-F238E27FC236}">
                <a16:creationId xmlns:a16="http://schemas.microsoft.com/office/drawing/2014/main" id="{BB485C6E-DF84-C122-A934-7B16DF415470}"/>
              </a:ext>
            </a:extLst>
          </p:cNvPr>
          <p:cNvCxnSpPr>
            <a:cxnSpLocks/>
          </p:cNvCxnSpPr>
          <p:nvPr userDrawn="1"/>
        </p:nvCxnSpPr>
        <p:spPr>
          <a:xfrm>
            <a:off x="952252" y="5029200"/>
            <a:ext cx="4975781"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4" name="Picture Placeholder 11">
            <a:extLst>
              <a:ext uri="{FF2B5EF4-FFF2-40B4-BE49-F238E27FC236}">
                <a16:creationId xmlns:a16="http://schemas.microsoft.com/office/drawing/2014/main" id="{53E18089-4C63-5AA2-E3CF-18BB35FE5F19}"/>
              </a:ext>
            </a:extLst>
          </p:cNvPr>
          <p:cNvSpPr>
            <a:spLocks noGrp="1"/>
          </p:cNvSpPr>
          <p:nvPr>
            <p:ph type="pic" sz="quarter" idx="21"/>
          </p:nvPr>
        </p:nvSpPr>
        <p:spPr>
          <a:xfrm>
            <a:off x="6316464" y="1837269"/>
            <a:ext cx="4958200" cy="3002081"/>
          </a:xfrm>
          <a:prstGeom prst="rect">
            <a:avLst/>
          </a:prstGeom>
        </p:spPr>
        <p:txBody>
          <a:bodyPr/>
          <a:lstStyle>
            <a:lvl1pPr>
              <a:defRPr>
                <a:noFill/>
              </a:defRPr>
            </a:lvl1pPr>
          </a:lstStyle>
          <a:p>
            <a:endParaRPr lang="en-US" dirty="0"/>
          </a:p>
        </p:txBody>
      </p:sp>
      <p:sp>
        <p:nvSpPr>
          <p:cNvPr id="16" name="Text Placeholder 3">
            <a:extLst>
              <a:ext uri="{FF2B5EF4-FFF2-40B4-BE49-F238E27FC236}">
                <a16:creationId xmlns:a16="http://schemas.microsoft.com/office/drawing/2014/main" id="{EB550317-A37E-3E75-5904-CCB4E8124165}"/>
              </a:ext>
            </a:extLst>
          </p:cNvPr>
          <p:cNvSpPr>
            <a:spLocks noGrp="1"/>
          </p:cNvSpPr>
          <p:nvPr>
            <p:ph type="body" sz="quarter" idx="22" hasCustomPrompt="1"/>
          </p:nvPr>
        </p:nvSpPr>
        <p:spPr>
          <a:xfrm>
            <a:off x="6308000" y="5181359"/>
            <a:ext cx="4958200" cy="49847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7" name="Straight Connector 16">
            <a:extLst>
              <a:ext uri="{FF2B5EF4-FFF2-40B4-BE49-F238E27FC236}">
                <a16:creationId xmlns:a16="http://schemas.microsoft.com/office/drawing/2014/main" id="{B3E3A361-8C15-8C0A-6A55-856AC53EC4BF}"/>
              </a:ext>
            </a:extLst>
          </p:cNvPr>
          <p:cNvCxnSpPr>
            <a:cxnSpLocks/>
          </p:cNvCxnSpPr>
          <p:nvPr userDrawn="1"/>
        </p:nvCxnSpPr>
        <p:spPr>
          <a:xfrm>
            <a:off x="6290418" y="5029200"/>
            <a:ext cx="4975781"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C872E7BF-0C0E-5DF1-67FB-38D6FC26DC3F}"/>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extLst>
      <p:ext uri="{BB962C8B-B14F-4D97-AF65-F5344CB8AC3E}">
        <p14:creationId xmlns:p14="http://schemas.microsoft.com/office/powerpoint/2010/main" val="6015204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Image (Vert) GENERIC Domain">
    <p:spTree>
      <p:nvGrpSpPr>
        <p:cNvPr id="1" name=""/>
        <p:cNvGrpSpPr/>
        <p:nvPr/>
      </p:nvGrpSpPr>
      <p:grpSpPr>
        <a:xfrm>
          <a:off x="0" y="0"/>
          <a:ext cx="0" cy="0"/>
          <a:chOff x="0" y="0"/>
          <a:chExt cx="0" cy="0"/>
        </a:xfrm>
      </p:grpSpPr>
      <p:pic>
        <p:nvPicPr>
          <p:cNvPr id="7" name="generic2.png" descr="generic2.png">
            <a:extLst>
              <a:ext uri="{FF2B5EF4-FFF2-40B4-BE49-F238E27FC236}">
                <a16:creationId xmlns:a16="http://schemas.microsoft.com/office/drawing/2014/main" id="{5C03C003-B59D-A268-B648-0919BE42745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4" name="line.png" descr="line.png">
            <a:extLst>
              <a:ext uri="{FF2B5EF4-FFF2-40B4-BE49-F238E27FC236}">
                <a16:creationId xmlns:a16="http://schemas.microsoft.com/office/drawing/2014/main" id="{692AEF90-0944-180A-05A1-772F586E5E8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377454" y="855224"/>
            <a:ext cx="1784834" cy="278571"/>
          </a:xfrm>
          <a:prstGeom prst="rect">
            <a:avLst/>
          </a:prstGeom>
          <a:ln w="12700">
            <a:miter lim="400000"/>
          </a:ln>
        </p:spPr>
      </p:pic>
      <p:sp>
        <p:nvSpPr>
          <p:cNvPr id="5" name="Slide Number">
            <a:extLst>
              <a:ext uri="{FF2B5EF4-FFF2-40B4-BE49-F238E27FC236}">
                <a16:creationId xmlns:a16="http://schemas.microsoft.com/office/drawing/2014/main" id="{59FCCC15-702E-DC4E-9D00-A8BC73906FAD}"/>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a:p>
        </p:txBody>
      </p:sp>
      <p:sp>
        <p:nvSpPr>
          <p:cNvPr id="2" name="Picture Placeholder 11">
            <a:extLst>
              <a:ext uri="{FF2B5EF4-FFF2-40B4-BE49-F238E27FC236}">
                <a16:creationId xmlns:a16="http://schemas.microsoft.com/office/drawing/2014/main" id="{C19C16F9-AA45-54D2-D081-7D20A39C87DC}"/>
              </a:ext>
            </a:extLst>
          </p:cNvPr>
          <p:cNvSpPr>
            <a:spLocks noGrp="1"/>
          </p:cNvSpPr>
          <p:nvPr>
            <p:ph type="pic" sz="quarter" idx="10"/>
          </p:nvPr>
        </p:nvSpPr>
        <p:spPr>
          <a:xfrm>
            <a:off x="2619590" y="1777283"/>
            <a:ext cx="3198102" cy="3303435"/>
          </a:xfrm>
          <a:prstGeom prst="rect">
            <a:avLst/>
          </a:prstGeom>
        </p:spPr>
        <p:txBody>
          <a:bodyPr/>
          <a:lstStyle>
            <a:lvl1pPr>
              <a:defRPr>
                <a:noFill/>
              </a:defRPr>
            </a:lvl1pPr>
          </a:lstStyle>
          <a:p>
            <a:endParaRPr lang="en-US" dirty="0"/>
          </a:p>
        </p:txBody>
      </p:sp>
      <p:sp>
        <p:nvSpPr>
          <p:cNvPr id="10" name="Text Placeholder 3">
            <a:extLst>
              <a:ext uri="{FF2B5EF4-FFF2-40B4-BE49-F238E27FC236}">
                <a16:creationId xmlns:a16="http://schemas.microsoft.com/office/drawing/2014/main" id="{A3B55B77-15C7-745F-F999-7849400A9645}"/>
              </a:ext>
            </a:extLst>
          </p:cNvPr>
          <p:cNvSpPr>
            <a:spLocks noGrp="1"/>
          </p:cNvSpPr>
          <p:nvPr>
            <p:ph type="body" sz="quarter" idx="24" hasCustomPrompt="1"/>
          </p:nvPr>
        </p:nvSpPr>
        <p:spPr>
          <a:xfrm>
            <a:off x="2637170" y="5401286"/>
            <a:ext cx="3180522"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3" name="Straight Connector 12">
            <a:extLst>
              <a:ext uri="{FF2B5EF4-FFF2-40B4-BE49-F238E27FC236}">
                <a16:creationId xmlns:a16="http://schemas.microsoft.com/office/drawing/2014/main" id="{5502481A-85E8-6DEA-62D4-A1F193F578BE}"/>
              </a:ext>
            </a:extLst>
          </p:cNvPr>
          <p:cNvCxnSpPr>
            <a:cxnSpLocks/>
          </p:cNvCxnSpPr>
          <p:nvPr userDrawn="1"/>
        </p:nvCxnSpPr>
        <p:spPr>
          <a:xfrm>
            <a:off x="2619589" y="5284052"/>
            <a:ext cx="3194177"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14" name="Picture Placeholder 11">
            <a:extLst>
              <a:ext uri="{FF2B5EF4-FFF2-40B4-BE49-F238E27FC236}">
                <a16:creationId xmlns:a16="http://schemas.microsoft.com/office/drawing/2014/main" id="{D889DEF7-52A1-8B38-A2D0-1853301EFFB9}"/>
              </a:ext>
            </a:extLst>
          </p:cNvPr>
          <p:cNvSpPr>
            <a:spLocks noGrp="1"/>
          </p:cNvSpPr>
          <p:nvPr>
            <p:ph type="pic" sz="quarter" idx="25"/>
          </p:nvPr>
        </p:nvSpPr>
        <p:spPr>
          <a:xfrm>
            <a:off x="6284865" y="1777283"/>
            <a:ext cx="3198102" cy="3303435"/>
          </a:xfrm>
          <a:prstGeom prst="rect">
            <a:avLst/>
          </a:prstGeom>
        </p:spPr>
        <p:txBody>
          <a:bodyPr/>
          <a:lstStyle>
            <a:lvl1pPr>
              <a:defRPr>
                <a:noFill/>
              </a:defRPr>
            </a:lvl1pPr>
          </a:lstStyle>
          <a:p>
            <a:endParaRPr lang="en-US" dirty="0"/>
          </a:p>
        </p:txBody>
      </p:sp>
      <p:sp>
        <p:nvSpPr>
          <p:cNvPr id="15" name="Text Placeholder 3">
            <a:extLst>
              <a:ext uri="{FF2B5EF4-FFF2-40B4-BE49-F238E27FC236}">
                <a16:creationId xmlns:a16="http://schemas.microsoft.com/office/drawing/2014/main" id="{68CB310D-A9E3-8793-406F-421B3B262CB3}"/>
              </a:ext>
            </a:extLst>
          </p:cNvPr>
          <p:cNvSpPr>
            <a:spLocks noGrp="1"/>
          </p:cNvSpPr>
          <p:nvPr>
            <p:ph type="body" sz="quarter" idx="26" hasCustomPrompt="1"/>
          </p:nvPr>
        </p:nvSpPr>
        <p:spPr>
          <a:xfrm>
            <a:off x="6302443" y="5401286"/>
            <a:ext cx="3180522" cy="402645"/>
          </a:xfrm>
          <a:prstGeom prst="rect">
            <a:avLst/>
          </a:prstGeom>
        </p:spPr>
        <p:txBody>
          <a:bodyPr>
            <a:noAutofit/>
          </a:bodyPr>
          <a:lstStyle>
            <a:lvl1pPr marL="0" indent="0">
              <a:buNone/>
              <a:defRPr sz="1100">
                <a:latin typeface="Trebuchet MS" panose="020B0703020202090204" pitchFamily="34" charset="0"/>
              </a:defRPr>
            </a:lvl1pPr>
            <a:lvl2pPr marL="304728" indent="0">
              <a:buNone/>
              <a:defRPr sz="1250">
                <a:latin typeface="Trebuchet MS" panose="020B0703020202090204" pitchFamily="34" charset="0"/>
              </a:defRPr>
            </a:lvl2pPr>
            <a:lvl3pPr marL="609456" indent="0">
              <a:buNone/>
              <a:defRPr sz="1250">
                <a:latin typeface="Trebuchet MS" panose="020B0703020202090204" pitchFamily="34" charset="0"/>
              </a:defRPr>
            </a:lvl3pPr>
            <a:lvl4pPr marL="914183" indent="0">
              <a:buNone/>
              <a:defRPr sz="1250">
                <a:latin typeface="Trebuchet MS" panose="020B0703020202090204" pitchFamily="34" charset="0"/>
              </a:defRPr>
            </a:lvl4pPr>
            <a:lvl5pPr marL="1218910" indent="0">
              <a:buNone/>
              <a:defRPr sz="1250">
                <a:latin typeface="Trebuchet MS" panose="020B0703020202090204" pitchFamily="34" charset="0"/>
              </a:defRPr>
            </a:lvl5pPr>
          </a:lstStyle>
          <a:p>
            <a:r>
              <a:rPr lang="en-US" b="1" dirty="0">
                <a:solidFill>
                  <a:srgbClr val="2F3638"/>
                </a:solidFill>
                <a:effectLst/>
                <a:latin typeface="Trebuchet MS" panose="020B0703020202090204" pitchFamily="34" charset="0"/>
              </a:rPr>
              <a:t>Photo Caption</a:t>
            </a:r>
            <a:endParaRPr lang="en-US" dirty="0">
              <a:solidFill>
                <a:srgbClr val="2F3638"/>
              </a:solidFill>
              <a:effectLst/>
              <a:latin typeface="Trebuchet MS" panose="020B0703020202090204" pitchFamily="34" charset="0"/>
            </a:endParaRPr>
          </a:p>
        </p:txBody>
      </p:sp>
      <p:cxnSp>
        <p:nvCxnSpPr>
          <p:cNvPr id="16" name="Straight Connector 15">
            <a:extLst>
              <a:ext uri="{FF2B5EF4-FFF2-40B4-BE49-F238E27FC236}">
                <a16:creationId xmlns:a16="http://schemas.microsoft.com/office/drawing/2014/main" id="{597B412E-F3CB-05C0-F25D-815C30084FFA}"/>
              </a:ext>
            </a:extLst>
          </p:cNvPr>
          <p:cNvCxnSpPr>
            <a:cxnSpLocks/>
          </p:cNvCxnSpPr>
          <p:nvPr userDrawn="1"/>
        </p:nvCxnSpPr>
        <p:spPr>
          <a:xfrm>
            <a:off x="6284865" y="5284052"/>
            <a:ext cx="3194177" cy="0"/>
          </a:xfrm>
          <a:prstGeom prst="line">
            <a:avLst/>
          </a:prstGeom>
          <a:noFill/>
          <a:ln w="12700" cap="flat">
            <a:solidFill>
              <a:srgbClr val="002F57"/>
            </a:solidFill>
            <a:prstDash val="solid"/>
            <a:miter lim="400000"/>
          </a:ln>
          <a:effectLst/>
          <a:sp3d/>
        </p:spPr>
        <p:style>
          <a:lnRef idx="0">
            <a:scrgbClr r="0" g="0" b="0"/>
          </a:lnRef>
          <a:fillRef idx="0">
            <a:scrgbClr r="0" g="0" b="0"/>
          </a:fillRef>
          <a:effectRef idx="0">
            <a:scrgbClr r="0" g="0" b="0"/>
          </a:effectRef>
          <a:fontRef idx="none"/>
        </p:style>
      </p:cxnSp>
      <p:sp>
        <p:nvSpPr>
          <p:cNvPr id="3" name="TextBox 2">
            <a:extLst>
              <a:ext uri="{FF2B5EF4-FFF2-40B4-BE49-F238E27FC236}">
                <a16:creationId xmlns:a16="http://schemas.microsoft.com/office/drawing/2014/main" id="{0BC84B02-B545-BE27-B67E-F351B14EEDDA}"/>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6" name="Text Placeholder 18">
            <a:extLst>
              <a:ext uri="{FF2B5EF4-FFF2-40B4-BE49-F238E27FC236}">
                <a16:creationId xmlns:a16="http://schemas.microsoft.com/office/drawing/2014/main" id="{ABC0DDC0-9B6B-7D64-A389-EE97D992A278}"/>
              </a:ext>
            </a:extLst>
          </p:cNvPr>
          <p:cNvSpPr>
            <a:spLocks noGrp="1"/>
          </p:cNvSpPr>
          <p:nvPr>
            <p:ph type="body" sz="quarter" idx="16" hasCustomPrompt="1"/>
          </p:nvPr>
        </p:nvSpPr>
        <p:spPr>
          <a:xfrm>
            <a:off x="395185" y="368823"/>
            <a:ext cx="10193857" cy="499903"/>
          </a:xfrm>
          <a:prstGeom prst="rect">
            <a:avLst/>
          </a:prstGeom>
        </p:spPr>
        <p:txBody>
          <a:bodyPr>
            <a:noAutofit/>
          </a:bodyPr>
          <a:lstStyle>
            <a:lvl1pPr marL="0" indent="0">
              <a:buNone/>
              <a:defRPr sz="3499" b="0" cap="all" baseline="0">
                <a:solidFill>
                  <a:schemeClr val="bg1"/>
                </a:solidFill>
                <a:latin typeface="Impact" panose="020B0806030902050204" pitchFamily="34" charset="0"/>
              </a:defRPr>
            </a:lvl1pPr>
            <a:lvl2pPr marL="304728" indent="0">
              <a:buNone/>
              <a:defRPr sz="2750">
                <a:latin typeface="Impact" panose="020B0806030902050204" pitchFamily="34" charset="0"/>
              </a:defRPr>
            </a:lvl2pPr>
            <a:lvl3pPr marL="609456" indent="0">
              <a:buNone/>
              <a:defRPr sz="2750">
                <a:latin typeface="Impact" panose="020B0806030902050204" pitchFamily="34" charset="0"/>
              </a:defRPr>
            </a:lvl3pPr>
            <a:lvl4pPr marL="914183" indent="0">
              <a:buNone/>
              <a:defRPr sz="2750">
                <a:latin typeface="Impact" panose="020B0806030902050204" pitchFamily="34" charset="0"/>
              </a:defRPr>
            </a:lvl4pPr>
            <a:lvl5pPr marL="1218910" indent="0">
              <a:buNone/>
              <a:defRPr sz="2750">
                <a:latin typeface="Impact" panose="020B0806030902050204" pitchFamily="34" charset="0"/>
              </a:defRPr>
            </a:lvl5pPr>
          </a:lstStyle>
          <a:p>
            <a:pPr lvl="0"/>
            <a:r>
              <a:rPr lang="en-US" dirty="0"/>
              <a:t>TWO IMAGE – vertical LOCKUP</a:t>
            </a:r>
          </a:p>
        </p:txBody>
      </p:sp>
    </p:spTree>
    <p:extLst>
      <p:ext uri="{BB962C8B-B14F-4D97-AF65-F5344CB8AC3E}">
        <p14:creationId xmlns:p14="http://schemas.microsoft.com/office/powerpoint/2010/main" val="36581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o Card">
    <p:spTree>
      <p:nvGrpSpPr>
        <p:cNvPr id="1" name=""/>
        <p:cNvGrpSpPr/>
        <p:nvPr/>
      </p:nvGrpSpPr>
      <p:grpSpPr>
        <a:xfrm>
          <a:off x="0" y="0"/>
          <a:ext cx="0" cy="0"/>
          <a:chOff x="0" y="0"/>
          <a:chExt cx="0" cy="0"/>
        </a:xfrm>
      </p:grpSpPr>
      <p:pic>
        <p:nvPicPr>
          <p:cNvPr id="2" name="blank-text.jpg" descr="blank-text.jpg">
            <a:extLst>
              <a:ext uri="{FF2B5EF4-FFF2-40B4-BE49-F238E27FC236}">
                <a16:creationId xmlns:a16="http://schemas.microsoft.com/office/drawing/2014/main" id="{B70C07DB-6932-36C1-4059-B2E8DE2D431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pic>
        <p:nvPicPr>
          <p:cNvPr id="8" name="line.png" descr="line.png">
            <a:extLst>
              <a:ext uri="{FF2B5EF4-FFF2-40B4-BE49-F238E27FC236}">
                <a16:creationId xmlns:a16="http://schemas.microsoft.com/office/drawing/2014/main" id="{5C131549-D121-8DE8-3C3C-AE526995ECDE}"/>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1484413" y="1720327"/>
            <a:ext cx="2707620" cy="3591455"/>
          </a:xfrm>
          <a:prstGeom prst="rect">
            <a:avLst/>
          </a:prstGeom>
          <a:ln w="12700">
            <a:miter lim="400000"/>
          </a:ln>
        </p:spPr>
      </p:pic>
      <p:sp>
        <p:nvSpPr>
          <p:cNvPr id="11" name="HEADER (UPDATE THIS)">
            <a:extLst>
              <a:ext uri="{FF2B5EF4-FFF2-40B4-BE49-F238E27FC236}">
                <a16:creationId xmlns:a16="http://schemas.microsoft.com/office/drawing/2014/main" id="{D521B8CD-D231-3249-7BF7-3556A2B9CA33}"/>
              </a:ext>
            </a:extLst>
          </p:cNvPr>
          <p:cNvSpPr txBox="1">
            <a:spLocks noGrp="1"/>
          </p:cNvSpPr>
          <p:nvPr>
            <p:ph type="body" sz="quarter" idx="21" hasCustomPrompt="1"/>
          </p:nvPr>
        </p:nvSpPr>
        <p:spPr>
          <a:xfrm>
            <a:off x="425060" y="303367"/>
            <a:ext cx="10849605" cy="630814"/>
          </a:xfrm>
          <a:prstGeom prst="rect">
            <a:avLst/>
          </a:prstGeom>
        </p:spPr>
        <p:txBody>
          <a:bodyPr wrap="square" anchor="ctr">
            <a:spAutoFit/>
          </a:bodyPr>
          <a:lstStyle>
            <a:lvl1pPr marL="0" indent="0">
              <a:buSzTx/>
              <a:buNone/>
              <a:defRPr sz="3499" b="0" cap="all" baseline="0">
                <a:solidFill>
                  <a:srgbClr val="002F6C"/>
                </a:solidFill>
                <a:latin typeface="Impact"/>
                <a:ea typeface="Impact"/>
                <a:cs typeface="Impact"/>
                <a:sym typeface="Impact"/>
              </a:defRPr>
            </a:lvl1pPr>
          </a:lstStyle>
          <a:p>
            <a:r>
              <a:rPr lang="en-US" dirty="0"/>
              <a:t>HEADER</a:t>
            </a:r>
            <a:endParaRPr dirty="0"/>
          </a:p>
        </p:txBody>
      </p:sp>
      <p:sp>
        <p:nvSpPr>
          <p:cNvPr id="3" name="Slide Number">
            <a:extLst>
              <a:ext uri="{FF2B5EF4-FFF2-40B4-BE49-F238E27FC236}">
                <a16:creationId xmlns:a16="http://schemas.microsoft.com/office/drawing/2014/main" id="{F9553D08-E88A-A9EF-0754-2EC6DA3FAE64}"/>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4" name="TextBox 3">
            <a:extLst>
              <a:ext uri="{FF2B5EF4-FFF2-40B4-BE49-F238E27FC236}">
                <a16:creationId xmlns:a16="http://schemas.microsoft.com/office/drawing/2014/main" id="{CF280770-1887-5BF2-EC60-2341B5F3D8BE}"/>
              </a:ext>
            </a:extLst>
          </p:cNvPr>
          <p:cNvSpPr txBox="1"/>
          <p:nvPr userDrawn="1"/>
        </p:nvSpPr>
        <p:spPr>
          <a:xfrm>
            <a:off x="837982" y="6320686"/>
            <a:ext cx="5154857"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6" name="Text Placeholder 5">
            <a:extLst>
              <a:ext uri="{FF2B5EF4-FFF2-40B4-BE49-F238E27FC236}">
                <a16:creationId xmlns:a16="http://schemas.microsoft.com/office/drawing/2014/main" id="{36E0342A-497F-F4C8-6314-E572DE9AA0D2}"/>
              </a:ext>
            </a:extLst>
          </p:cNvPr>
          <p:cNvSpPr>
            <a:spLocks noGrp="1"/>
          </p:cNvSpPr>
          <p:nvPr>
            <p:ph type="body" sz="quarter" idx="22" hasCustomPrompt="1"/>
          </p:nvPr>
        </p:nvSpPr>
        <p:spPr>
          <a:xfrm>
            <a:off x="4452951" y="2992444"/>
            <a:ext cx="6832600" cy="2330224"/>
          </a:xfrm>
        </p:spPr>
        <p:txBody>
          <a:bodyPr>
            <a:noAutofit/>
          </a:bodyPr>
          <a:lstStyle>
            <a:lvl1pPr>
              <a:defRPr sz="1800"/>
            </a:lvl1pPr>
          </a:lstStyle>
          <a:p>
            <a:pPr lvl="0"/>
            <a:r>
              <a:rPr lang="en-US" b="0" i="0" dirty="0">
                <a:solidFill>
                  <a:srgbClr val="000000"/>
                </a:solidFill>
                <a:effectLst/>
                <a:latin typeface="Trebuchet MS" panose="020B0703020202090204" pitchFamily="34" charset="0"/>
              </a:rPr>
              <a:t>Tom </a:t>
            </a:r>
            <a:r>
              <a:rPr lang="en-US" b="0" i="0" dirty="0" err="1">
                <a:solidFill>
                  <a:srgbClr val="000000"/>
                </a:solidFill>
                <a:effectLst/>
                <a:latin typeface="Trebuchet MS" panose="020B0703020202090204" pitchFamily="34" charset="0"/>
              </a:rPr>
              <a:t>Hammoor</a:t>
            </a:r>
            <a:r>
              <a:rPr lang="en-US" b="0" i="0" dirty="0">
                <a:solidFill>
                  <a:srgbClr val="000000"/>
                </a:solidFill>
                <a:effectLst/>
                <a:latin typeface="Trebuchet MS" panose="020B0703020202090204" pitchFamily="34" charset="0"/>
              </a:rPr>
              <a:t> is the President &amp; CEO of Textron Systems. Tom was appointed to this role in January 2023. Prior to joining Textron Systems, Tom was the former President and CEO of Textron Aviation Defense LLC, serving in this capacity from February 2016 to November 2022. An aviator with 31 years of leadership experience in the defense industry and in the U.S. Army, Tom oversaw all aspects of Textron Aviation Defense’s broad product line from aircraft sales, training and aftermarket.</a:t>
            </a:r>
            <a:endParaRPr lang="en-US" dirty="0"/>
          </a:p>
        </p:txBody>
      </p:sp>
      <p:sp>
        <p:nvSpPr>
          <p:cNvPr id="9" name="Text Placeholder 8">
            <a:extLst>
              <a:ext uri="{FF2B5EF4-FFF2-40B4-BE49-F238E27FC236}">
                <a16:creationId xmlns:a16="http://schemas.microsoft.com/office/drawing/2014/main" id="{DEEFFC53-933D-CAB1-1D6F-BBE31F930BDC}"/>
              </a:ext>
            </a:extLst>
          </p:cNvPr>
          <p:cNvSpPr>
            <a:spLocks noGrp="1"/>
          </p:cNvSpPr>
          <p:nvPr>
            <p:ph type="body" sz="quarter" idx="23" hasCustomPrompt="1"/>
          </p:nvPr>
        </p:nvSpPr>
        <p:spPr>
          <a:xfrm>
            <a:off x="4452938" y="1720850"/>
            <a:ext cx="2927350" cy="542925"/>
          </a:xfrm>
        </p:spPr>
        <p:txBody>
          <a:bodyPr>
            <a:noAutofit/>
          </a:bodyPr>
          <a:lstStyle>
            <a:lvl1pPr>
              <a:defRPr sz="3000" b="0">
                <a:solidFill>
                  <a:srgbClr val="002F6C"/>
                </a:solidFill>
                <a:latin typeface="Impact" panose="020B0806030902050204" pitchFamily="34" charset="0"/>
              </a:defRPr>
            </a:lvl1pPr>
          </a:lstStyle>
          <a:p>
            <a:pPr lvl="0"/>
            <a:r>
              <a:rPr lang="en-US" dirty="0"/>
              <a:t>TOM HAMMOR</a:t>
            </a:r>
          </a:p>
        </p:txBody>
      </p:sp>
      <p:sp>
        <p:nvSpPr>
          <p:cNvPr id="18" name="Text Placeholder 17">
            <a:extLst>
              <a:ext uri="{FF2B5EF4-FFF2-40B4-BE49-F238E27FC236}">
                <a16:creationId xmlns:a16="http://schemas.microsoft.com/office/drawing/2014/main" id="{1924685D-D44F-50ED-C9D5-6243C6B1157B}"/>
              </a:ext>
            </a:extLst>
          </p:cNvPr>
          <p:cNvSpPr>
            <a:spLocks noGrp="1"/>
          </p:cNvSpPr>
          <p:nvPr>
            <p:ph type="body" sz="quarter" idx="24" hasCustomPrompt="1"/>
          </p:nvPr>
        </p:nvSpPr>
        <p:spPr>
          <a:xfrm>
            <a:off x="4452937" y="2192871"/>
            <a:ext cx="3543855" cy="372411"/>
          </a:xfrm>
        </p:spPr>
        <p:txBody>
          <a:bodyPr>
            <a:noAutofit/>
          </a:bodyPr>
          <a:lstStyle>
            <a:lvl1pPr>
              <a:defRPr sz="2000" b="1"/>
            </a:lvl1pPr>
          </a:lstStyle>
          <a:p>
            <a:pPr lvl="0"/>
            <a:r>
              <a:rPr lang="en-US" dirty="0"/>
              <a:t>Textron Systems</a:t>
            </a:r>
          </a:p>
        </p:txBody>
      </p:sp>
      <p:sp>
        <p:nvSpPr>
          <p:cNvPr id="20" name="Text Placeholder 19">
            <a:extLst>
              <a:ext uri="{FF2B5EF4-FFF2-40B4-BE49-F238E27FC236}">
                <a16:creationId xmlns:a16="http://schemas.microsoft.com/office/drawing/2014/main" id="{EC26A0B3-8268-49B9-9FA6-C75030559C7C}"/>
              </a:ext>
            </a:extLst>
          </p:cNvPr>
          <p:cNvSpPr>
            <a:spLocks noGrp="1"/>
          </p:cNvSpPr>
          <p:nvPr>
            <p:ph type="body" sz="quarter" idx="25" hasCustomPrompt="1"/>
          </p:nvPr>
        </p:nvSpPr>
        <p:spPr>
          <a:xfrm>
            <a:off x="4452938" y="2557687"/>
            <a:ext cx="3667125" cy="347663"/>
          </a:xfrm>
        </p:spPr>
        <p:txBody>
          <a:bodyPr>
            <a:noAutofit/>
          </a:bodyPr>
          <a:lstStyle>
            <a:lvl1pPr>
              <a:defRPr sz="1800" b="0" i="1">
                <a:solidFill>
                  <a:srgbClr val="8E8F92"/>
                </a:solidFill>
                <a:latin typeface="Trebuchet MS" panose="020B0703020202090204" pitchFamily="34" charset="0"/>
              </a:defRPr>
            </a:lvl1pPr>
          </a:lstStyle>
          <a:p>
            <a:pPr lvl="0"/>
            <a:r>
              <a:rPr lang="en-US" dirty="0"/>
              <a:t>President &amp; CEO</a:t>
            </a:r>
          </a:p>
        </p:txBody>
      </p:sp>
    </p:spTree>
    <p:extLst>
      <p:ext uri="{BB962C8B-B14F-4D97-AF65-F5344CB8AC3E}">
        <p14:creationId xmlns:p14="http://schemas.microsoft.com/office/powerpoint/2010/main" val="42368732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acility Spotlight">
    <p:spTree>
      <p:nvGrpSpPr>
        <p:cNvPr id="1" name=""/>
        <p:cNvGrpSpPr/>
        <p:nvPr/>
      </p:nvGrpSpPr>
      <p:grpSpPr>
        <a:xfrm>
          <a:off x="0" y="0"/>
          <a:ext cx="0" cy="0"/>
          <a:chOff x="0" y="0"/>
          <a:chExt cx="0" cy="0"/>
        </a:xfrm>
      </p:grpSpPr>
      <p:pic>
        <p:nvPicPr>
          <p:cNvPr id="126" name="blank-text.jpg" descr="blank-text.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88825" cy="6858000"/>
          </a:xfrm>
          <a:prstGeom prst="rect">
            <a:avLst/>
          </a:prstGeom>
          <a:ln w="12700">
            <a:miter lim="400000"/>
          </a:ln>
        </p:spPr>
      </p:pic>
      <p:sp>
        <p:nvSpPr>
          <p:cNvPr id="127" name="HEADER (UPDATE THIS)"/>
          <p:cNvSpPr txBox="1">
            <a:spLocks noGrp="1"/>
          </p:cNvSpPr>
          <p:nvPr>
            <p:ph type="body" sz="quarter" idx="21" hasCustomPrompt="1"/>
          </p:nvPr>
        </p:nvSpPr>
        <p:spPr>
          <a:xfrm>
            <a:off x="367799" y="308004"/>
            <a:ext cx="10805291" cy="630814"/>
          </a:xfrm>
          <a:prstGeom prst="rect">
            <a:avLst/>
          </a:prstGeom>
        </p:spPr>
        <p:txBody>
          <a:bodyPr wrap="square" anchor="t" anchorCtr="0">
            <a:noAutofit/>
          </a:bodyPr>
          <a:lstStyle>
            <a:lvl1pPr marL="0" indent="0">
              <a:buSzTx/>
              <a:buNone/>
              <a:defRPr sz="3499" b="0" cap="all" baseline="0">
                <a:solidFill>
                  <a:srgbClr val="002F6C"/>
                </a:solidFill>
                <a:latin typeface="Impact"/>
                <a:ea typeface="Impact"/>
                <a:cs typeface="Impact"/>
                <a:sym typeface="Impact"/>
              </a:defRPr>
            </a:lvl1pPr>
          </a:lstStyle>
          <a:p>
            <a:r>
              <a:rPr lang="en-US" dirty="0"/>
              <a:t>Facility spotlight</a:t>
            </a:r>
            <a:endParaRPr dirty="0"/>
          </a:p>
        </p:txBody>
      </p:sp>
      <p:sp>
        <p:nvSpPr>
          <p:cNvPr id="4" name="Slide Number">
            <a:extLst>
              <a:ext uri="{FF2B5EF4-FFF2-40B4-BE49-F238E27FC236}">
                <a16:creationId xmlns:a16="http://schemas.microsoft.com/office/drawing/2014/main" id="{BD9705C2-F547-31DC-0EA0-AEF5F0CB48CE}"/>
              </a:ext>
            </a:extLst>
          </p:cNvPr>
          <p:cNvSpPr txBox="1">
            <a:spLocks/>
          </p:cNvSpPr>
          <p:nvPr userDrawn="1"/>
        </p:nvSpPr>
        <p:spPr>
          <a:xfrm>
            <a:off x="167458" y="6485562"/>
            <a:ext cx="222804" cy="25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393" tIns="25393" rIns="25393" bIns="25393"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Impact"/>
                <a:ea typeface="Impact"/>
                <a:cs typeface="Impact"/>
                <a:sym typeface="Impact"/>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a:lstStyle>
          <a:p>
            <a:fld id="{86CB4B4D-7CA3-9044-876B-883B54F8677D}" type="slidenum">
              <a:rPr lang="en-US" sz="1300" smtClean="0"/>
              <a:pPr/>
              <a:t>‹#›</a:t>
            </a:fld>
            <a:endParaRPr lang="en-US" sz="1300" dirty="0"/>
          </a:p>
        </p:txBody>
      </p:sp>
      <p:sp>
        <p:nvSpPr>
          <p:cNvPr id="5" name="TextBox 4">
            <a:extLst>
              <a:ext uri="{FF2B5EF4-FFF2-40B4-BE49-F238E27FC236}">
                <a16:creationId xmlns:a16="http://schemas.microsoft.com/office/drawing/2014/main" id="{8521520C-9345-F553-61CA-B4A39E8757FF}"/>
              </a:ext>
            </a:extLst>
          </p:cNvPr>
          <p:cNvSpPr txBox="1"/>
          <p:nvPr userDrawn="1"/>
        </p:nvSpPr>
        <p:spPr>
          <a:xfrm>
            <a:off x="837982" y="6320686"/>
            <a:ext cx="5256431"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US" sz="800" b="1" i="0"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6" name="Picture Placeholder 5">
            <a:extLst>
              <a:ext uri="{FF2B5EF4-FFF2-40B4-BE49-F238E27FC236}">
                <a16:creationId xmlns:a16="http://schemas.microsoft.com/office/drawing/2014/main" id="{0656378B-98EE-82C3-6DB1-1EC7AE9A39B4}"/>
              </a:ext>
            </a:extLst>
          </p:cNvPr>
          <p:cNvSpPr>
            <a:spLocks noGrp="1"/>
          </p:cNvSpPr>
          <p:nvPr>
            <p:ph type="pic" sz="quarter" idx="23"/>
          </p:nvPr>
        </p:nvSpPr>
        <p:spPr>
          <a:xfrm>
            <a:off x="467138" y="1524000"/>
            <a:ext cx="5714361" cy="4375602"/>
          </a:xfrm>
        </p:spPr>
        <p:txBody>
          <a:bodyPr/>
          <a:lstStyle/>
          <a:p>
            <a:endParaRPr lang="en-US"/>
          </a:p>
        </p:txBody>
      </p:sp>
      <p:pic>
        <p:nvPicPr>
          <p:cNvPr id="7" name="blank-text.jpg" descr="blank-text.jpg">
            <a:extLst>
              <a:ext uri="{FF2B5EF4-FFF2-40B4-BE49-F238E27FC236}">
                <a16:creationId xmlns:a16="http://schemas.microsoft.com/office/drawing/2014/main" id="{6A3A55BC-04E4-0A95-17F5-2C0F5338BDC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6606748" y="2263130"/>
            <a:ext cx="1355394" cy="105353"/>
          </a:xfrm>
          <a:prstGeom prst="rect">
            <a:avLst/>
          </a:prstGeom>
          <a:ln w="12700">
            <a:miter lim="400000"/>
          </a:ln>
        </p:spPr>
      </p:pic>
      <p:sp>
        <p:nvSpPr>
          <p:cNvPr id="11" name="Text Placeholder 10">
            <a:extLst>
              <a:ext uri="{FF2B5EF4-FFF2-40B4-BE49-F238E27FC236}">
                <a16:creationId xmlns:a16="http://schemas.microsoft.com/office/drawing/2014/main" id="{54F1F1B0-5958-4BDA-AF2B-0124DB036CC1}"/>
              </a:ext>
            </a:extLst>
          </p:cNvPr>
          <p:cNvSpPr>
            <a:spLocks noGrp="1"/>
          </p:cNvSpPr>
          <p:nvPr>
            <p:ph type="body" sz="quarter" idx="24" hasCustomPrompt="1"/>
          </p:nvPr>
        </p:nvSpPr>
        <p:spPr>
          <a:xfrm>
            <a:off x="6520544" y="1829255"/>
            <a:ext cx="4652546" cy="488305"/>
          </a:xfrm>
        </p:spPr>
        <p:txBody>
          <a:bodyPr/>
          <a:lstStyle>
            <a:lvl1pPr>
              <a:defRPr sz="2400" b="0" cap="all" baseline="0">
                <a:solidFill>
                  <a:srgbClr val="002F6C"/>
                </a:solidFill>
                <a:latin typeface="Impact" panose="020B0806030902050204" pitchFamily="34" charset="0"/>
              </a:defRPr>
            </a:lvl1pPr>
          </a:lstStyle>
          <a:p>
            <a:pPr lvl="0"/>
            <a:r>
              <a:rPr lang="en-US" dirty="0"/>
              <a:t>Location</a:t>
            </a:r>
          </a:p>
        </p:txBody>
      </p:sp>
      <p:sp>
        <p:nvSpPr>
          <p:cNvPr id="13" name="Text Placeholder 12">
            <a:extLst>
              <a:ext uri="{FF2B5EF4-FFF2-40B4-BE49-F238E27FC236}">
                <a16:creationId xmlns:a16="http://schemas.microsoft.com/office/drawing/2014/main" id="{52C10FB1-5C84-C5D7-5BAE-1532B5D15B2B}"/>
              </a:ext>
            </a:extLst>
          </p:cNvPr>
          <p:cNvSpPr>
            <a:spLocks noGrp="1"/>
          </p:cNvSpPr>
          <p:nvPr>
            <p:ph type="body" sz="quarter" idx="25"/>
          </p:nvPr>
        </p:nvSpPr>
        <p:spPr>
          <a:xfrm>
            <a:off x="6519863" y="2449964"/>
            <a:ext cx="4652962" cy="34496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681960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8234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1627" y="651400"/>
            <a:ext cx="11277785" cy="538609"/>
          </a:xfrm>
          <a:prstGeom prst="rect">
            <a:avLst/>
          </a:prstGeom>
        </p:spPr>
        <p:txBody>
          <a:bodyPr vert="horz" wrap="square" lIns="0" tIns="0" rIns="0" bIns="0" rtlCol="0" anchor="b">
            <a:spAutoFit/>
          </a:bodyPr>
          <a:lstStyle/>
          <a:p>
            <a:r>
              <a:rPr lang="en-US" dirty="0"/>
              <a:t>Click to edit Master title style</a:t>
            </a:r>
          </a:p>
        </p:txBody>
      </p:sp>
      <p:sp>
        <p:nvSpPr>
          <p:cNvPr id="15" name="Text Placeholder 14">
            <a:extLst>
              <a:ext uri="{FF2B5EF4-FFF2-40B4-BE49-F238E27FC236}">
                <a16:creationId xmlns:a16="http://schemas.microsoft.com/office/drawing/2014/main" id="{F99C318E-664C-C74E-8CC9-4026DDFFADB9}"/>
              </a:ext>
            </a:extLst>
          </p:cNvPr>
          <p:cNvSpPr>
            <a:spLocks noGrp="1"/>
          </p:cNvSpPr>
          <p:nvPr>
            <p:ph type="body" idx="1"/>
          </p:nvPr>
        </p:nvSpPr>
        <p:spPr>
          <a:xfrm>
            <a:off x="531627" y="1501290"/>
            <a:ext cx="10512425" cy="4351338"/>
          </a:xfrm>
          <a:prstGeom prst="rect">
            <a:avLst/>
          </a:prstGeom>
        </p:spPr>
        <p:txBody>
          <a:bodyPr vert="horz" lIns="91440" tIns="45720" rIns="91440" bIns="45720" rtlCol="0">
            <a:noAutofit/>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1"/>
            <a:r>
              <a:rPr lang="en-US" dirty="0"/>
              <a:t>Sed </a:t>
            </a:r>
            <a:r>
              <a:rPr lang="en-US" dirty="0" err="1"/>
              <a:t>viverra</a:t>
            </a:r>
            <a:r>
              <a:rPr lang="en-US" dirty="0"/>
              <a:t> </a:t>
            </a:r>
            <a:r>
              <a:rPr lang="en-US" dirty="0" err="1"/>
              <a:t>tellus</a:t>
            </a:r>
            <a:r>
              <a:rPr lang="en-US" dirty="0"/>
              <a:t> in hac. </a:t>
            </a:r>
          </a:p>
          <a:p>
            <a:pPr lvl="2"/>
            <a:r>
              <a:rPr lang="en-US" dirty="0"/>
              <a:t>Nunc vel </a:t>
            </a:r>
            <a:r>
              <a:rPr lang="en-US" dirty="0" err="1"/>
              <a:t>risus</a:t>
            </a:r>
            <a:r>
              <a:rPr lang="en-US" dirty="0"/>
              <a:t> </a:t>
            </a:r>
            <a:r>
              <a:rPr lang="en-US" dirty="0" err="1"/>
              <a:t>commodo</a:t>
            </a:r>
            <a:r>
              <a:rPr lang="en-US" dirty="0"/>
              <a:t> </a:t>
            </a:r>
            <a:r>
              <a:rPr lang="en-US" dirty="0" err="1"/>
              <a:t>viverra</a:t>
            </a:r>
            <a:r>
              <a:rPr lang="en-US" dirty="0"/>
              <a:t> </a:t>
            </a:r>
            <a:r>
              <a:rPr lang="en-US" dirty="0" err="1"/>
              <a:t>maecenas</a:t>
            </a:r>
            <a:r>
              <a:rPr lang="en-US" dirty="0"/>
              <a:t> </a:t>
            </a:r>
            <a:r>
              <a:rPr lang="en-US" dirty="0" err="1"/>
              <a:t>accumsan</a:t>
            </a:r>
            <a:r>
              <a:rPr lang="en-US" dirty="0"/>
              <a:t> </a:t>
            </a:r>
            <a:r>
              <a:rPr lang="en-US" dirty="0" err="1"/>
              <a:t>lacus</a:t>
            </a:r>
            <a:r>
              <a:rPr lang="en-US" dirty="0"/>
              <a:t>. </a:t>
            </a:r>
          </a:p>
          <a:p>
            <a:pPr lvl="3"/>
            <a:r>
              <a:rPr lang="en-US" dirty="0"/>
              <a:t>Fermentum </a:t>
            </a:r>
            <a:r>
              <a:rPr lang="en-US" dirty="0" err="1"/>
              <a:t>iaculis</a:t>
            </a:r>
            <a:r>
              <a:rPr lang="en-US" dirty="0"/>
              <a:t> </a:t>
            </a:r>
            <a:r>
              <a:rPr lang="en-US" dirty="0" err="1"/>
              <a:t>eu</a:t>
            </a:r>
            <a:r>
              <a:rPr lang="en-US" dirty="0"/>
              <a:t> non diam </a:t>
            </a:r>
            <a:r>
              <a:rPr lang="en-US" dirty="0" err="1"/>
              <a:t>phasellus</a:t>
            </a:r>
            <a:r>
              <a:rPr lang="en-US" dirty="0"/>
              <a:t> vestibulum lorem sed. </a:t>
            </a:r>
          </a:p>
          <a:p>
            <a:pPr lvl="4"/>
            <a:r>
              <a:rPr lang="en-US" dirty="0" err="1"/>
              <a:t>Suspendisse</a:t>
            </a:r>
            <a:r>
              <a:rPr lang="en-US" dirty="0"/>
              <a:t> sed nisi </a:t>
            </a:r>
            <a:r>
              <a:rPr lang="en-US" dirty="0" err="1"/>
              <a:t>lacus</a:t>
            </a:r>
            <a:r>
              <a:rPr lang="en-US" dirty="0"/>
              <a:t> sed </a:t>
            </a:r>
            <a:r>
              <a:rPr lang="en-US" dirty="0" err="1"/>
              <a:t>viverra</a:t>
            </a:r>
            <a:r>
              <a:rPr lang="en-US" dirty="0"/>
              <a:t> </a:t>
            </a:r>
            <a:r>
              <a:rPr lang="en-US" dirty="0" err="1"/>
              <a:t>tellus</a:t>
            </a:r>
            <a:r>
              <a:rPr lang="en-US" dirty="0"/>
              <a:t> in.</a:t>
            </a:r>
          </a:p>
        </p:txBody>
      </p:sp>
    </p:spTree>
    <p:extLst>
      <p:ext uri="{BB962C8B-B14F-4D97-AF65-F5344CB8AC3E}">
        <p14:creationId xmlns:p14="http://schemas.microsoft.com/office/powerpoint/2010/main" val="3343314463"/>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83" r:id="rId3"/>
    <p:sldLayoutId id="2147483755" r:id="rId4"/>
    <p:sldLayoutId id="2147483787" r:id="rId5"/>
    <p:sldLayoutId id="2147483756" r:id="rId6"/>
    <p:sldLayoutId id="2147483784" r:id="rId7"/>
    <p:sldLayoutId id="2147483758" r:id="rId8"/>
    <p:sldLayoutId id="2147483788" r:id="rId9"/>
    <p:sldLayoutId id="2147483757" r:id="rId10"/>
    <p:sldLayoutId id="2147483785" r:id="rId11"/>
    <p:sldLayoutId id="2147483759" r:id="rId12"/>
    <p:sldLayoutId id="214748378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 id="2147483774" r:id="rId28"/>
    <p:sldLayoutId id="2147483775" r:id="rId29"/>
    <p:sldLayoutId id="2147483776" r:id="rId30"/>
    <p:sldLayoutId id="2147483777" r:id="rId31"/>
    <p:sldLayoutId id="2147483778" r:id="rId32"/>
    <p:sldLayoutId id="2147483779" r:id="rId33"/>
    <p:sldLayoutId id="2147483780" r:id="rId34"/>
    <p:sldLayoutId id="2147483786" r:id="rId35"/>
    <p:sldLayoutId id="2147483781" r:id="rId36"/>
  </p:sldLayoutIdLst>
  <p:hf sldNum="0" hdr="0" dt="0"/>
  <p:txStyles>
    <p:titleStyle>
      <a:lvl1pPr algn="l" defTabSz="914361" rtl="0" eaLnBrk="1" latinLnBrk="0" hangingPunct="1">
        <a:spcBef>
          <a:spcPct val="0"/>
        </a:spcBef>
        <a:buNone/>
        <a:defRPr lang="en-US" sz="3500" kern="1200" cap="all" baseline="0" dirty="0">
          <a:solidFill>
            <a:schemeClr val="tx2"/>
          </a:solidFill>
          <a:latin typeface="+mj-lt"/>
          <a:ea typeface="+mj-ea"/>
          <a:cs typeface="+mj-cs"/>
        </a:defRPr>
      </a:lvl1pPr>
    </p:titleStyle>
    <p:bodyStyle>
      <a:lvl1pPr marL="0" indent="0" algn="l" defTabSz="914361" rtl="0" eaLnBrk="1" latinLnBrk="0" hangingPunct="1">
        <a:lnSpc>
          <a:spcPct val="100000"/>
        </a:lnSpc>
        <a:spcBef>
          <a:spcPts val="800"/>
        </a:spcBef>
        <a:buClr>
          <a:schemeClr val="accent1"/>
        </a:buClr>
        <a:buFont typeface="Arial" panose="020B0604020202020204" pitchFamily="34" charset="0"/>
        <a:buNone/>
        <a:defRPr sz="2000" b="1" kern="1200">
          <a:solidFill>
            <a:schemeClr val="tx1"/>
          </a:solidFill>
          <a:latin typeface="+mn-lt"/>
          <a:ea typeface="+mn-ea"/>
          <a:cs typeface="Segoe UI Semilight" panose="020B0402040204020203" pitchFamily="34" charset="0"/>
        </a:defRPr>
      </a:lvl1pPr>
      <a:lvl2pPr marL="285750" marR="0" indent="-285750" algn="l" defTabSz="914361" rtl="0" eaLnBrk="1" fontAlgn="auto" latinLnBrk="0" hangingPunct="1">
        <a:lnSpc>
          <a:spcPct val="100000"/>
        </a:lnSpc>
        <a:spcBef>
          <a:spcPct val="20000"/>
        </a:spcBef>
        <a:spcAft>
          <a:spcPts val="0"/>
        </a:spcAft>
        <a:buClr>
          <a:srgbClr val="DD8A03"/>
        </a:buClr>
        <a:buSzPct val="75000"/>
        <a:buFont typeface=".Lucida Grande UI Regular"/>
        <a:buChar char="►"/>
        <a:tabLst/>
        <a:defRPr sz="1800" kern="1200">
          <a:solidFill>
            <a:schemeClr val="tx1"/>
          </a:solidFill>
          <a:latin typeface="Trebuchet MS" panose="020B0703020202090204" pitchFamily="34" charset="0"/>
          <a:ea typeface="+mn-ea"/>
          <a:cs typeface="Trebuchet MS" panose="020B0703020202090204" pitchFamily="34" charset="0"/>
        </a:defRPr>
      </a:lvl2pPr>
      <a:lvl3pPr marL="688975" marR="0" indent="-344488" algn="l" defTabSz="914361" rtl="0" eaLnBrk="1" fontAlgn="auto" latinLnBrk="0" hangingPunct="1">
        <a:lnSpc>
          <a:spcPct val="100000"/>
        </a:lnSpc>
        <a:spcBef>
          <a:spcPct val="20000"/>
        </a:spcBef>
        <a:spcAft>
          <a:spcPts val="0"/>
        </a:spcAft>
        <a:buClr>
          <a:srgbClr val="4FC3D3"/>
        </a:buClr>
        <a:buSzTx/>
        <a:buFont typeface="System Font Regular"/>
        <a:buChar char="&gt;"/>
        <a:tabLst/>
        <a:defRPr sz="1600" kern="1200">
          <a:solidFill>
            <a:schemeClr val="tx1"/>
          </a:solidFill>
          <a:latin typeface="Trebuchet MS" panose="020B0703020202090204" pitchFamily="34" charset="0"/>
          <a:ea typeface="+mn-ea"/>
          <a:cs typeface="Trebuchet MS" panose="020B0703020202090204" pitchFamily="34" charset="0"/>
        </a:defRPr>
      </a:lvl3pPr>
      <a:lvl4pPr marL="1089025" marR="0" indent="-317500"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400" kern="1200">
          <a:solidFill>
            <a:schemeClr val="tx1"/>
          </a:solidFill>
          <a:latin typeface="Trebuchet MS" panose="020B0703020202090204" pitchFamily="34" charset="0"/>
          <a:ea typeface="+mn-ea"/>
          <a:cs typeface="Trebuchet MS" panose="020B0703020202090204" pitchFamily="34" charset="0"/>
        </a:defRPr>
      </a:lvl4pPr>
      <a:lvl5pPr marL="1379538" marR="0" indent="-206375"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200" kern="1200">
          <a:solidFill>
            <a:schemeClr val="tx1"/>
          </a:solidFill>
          <a:latin typeface="Trebuchet MS" panose="020B0703020202090204" pitchFamily="34" charset="0"/>
          <a:ea typeface="+mn-ea"/>
          <a:cs typeface="Trebuchet MS" panose="020B0703020202090204" pitchFamily="34" charset="0"/>
        </a:defRPr>
      </a:lvl5pPr>
      <a:lvl6pPr marL="2514495"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76"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57"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38"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61" rtl="0" eaLnBrk="1" latinLnBrk="0" hangingPunct="1">
        <a:defRPr sz="1900" kern="1200">
          <a:solidFill>
            <a:schemeClr val="tx1"/>
          </a:solidFill>
          <a:latin typeface="+mn-lt"/>
          <a:ea typeface="+mn-ea"/>
          <a:cs typeface="+mn-cs"/>
        </a:defRPr>
      </a:lvl1pPr>
      <a:lvl2pPr marL="457181" algn="l" defTabSz="914361" rtl="0" eaLnBrk="1" latinLnBrk="0" hangingPunct="1">
        <a:defRPr sz="1900" kern="1200">
          <a:solidFill>
            <a:schemeClr val="tx1"/>
          </a:solidFill>
          <a:latin typeface="+mn-lt"/>
          <a:ea typeface="+mn-ea"/>
          <a:cs typeface="+mn-cs"/>
        </a:defRPr>
      </a:lvl2pPr>
      <a:lvl3pPr marL="914361" algn="l" defTabSz="914361" rtl="0" eaLnBrk="1" latinLnBrk="0" hangingPunct="1">
        <a:defRPr sz="1900" kern="1200">
          <a:solidFill>
            <a:schemeClr val="tx1"/>
          </a:solidFill>
          <a:latin typeface="+mn-lt"/>
          <a:ea typeface="+mn-ea"/>
          <a:cs typeface="+mn-cs"/>
        </a:defRPr>
      </a:lvl3pPr>
      <a:lvl4pPr marL="1371543" algn="l" defTabSz="914361" rtl="0" eaLnBrk="1" latinLnBrk="0" hangingPunct="1">
        <a:defRPr sz="1900" kern="1200">
          <a:solidFill>
            <a:schemeClr val="tx1"/>
          </a:solidFill>
          <a:latin typeface="+mn-lt"/>
          <a:ea typeface="+mn-ea"/>
          <a:cs typeface="+mn-cs"/>
        </a:defRPr>
      </a:lvl4pPr>
      <a:lvl5pPr marL="1828724" algn="l" defTabSz="914361" rtl="0" eaLnBrk="1" latinLnBrk="0" hangingPunct="1">
        <a:defRPr sz="1900" kern="1200">
          <a:solidFill>
            <a:schemeClr val="tx1"/>
          </a:solidFill>
          <a:latin typeface="+mn-lt"/>
          <a:ea typeface="+mn-ea"/>
          <a:cs typeface="+mn-cs"/>
        </a:defRPr>
      </a:lvl5pPr>
      <a:lvl6pPr marL="2285905" algn="l" defTabSz="914361" rtl="0" eaLnBrk="1" latinLnBrk="0" hangingPunct="1">
        <a:defRPr sz="1900" kern="1200">
          <a:solidFill>
            <a:schemeClr val="tx1"/>
          </a:solidFill>
          <a:latin typeface="+mn-lt"/>
          <a:ea typeface="+mn-ea"/>
          <a:cs typeface="+mn-cs"/>
        </a:defRPr>
      </a:lvl6pPr>
      <a:lvl7pPr marL="2743085" algn="l" defTabSz="914361" rtl="0" eaLnBrk="1" latinLnBrk="0" hangingPunct="1">
        <a:defRPr sz="1900" kern="1200">
          <a:solidFill>
            <a:schemeClr val="tx1"/>
          </a:solidFill>
          <a:latin typeface="+mn-lt"/>
          <a:ea typeface="+mn-ea"/>
          <a:cs typeface="+mn-cs"/>
        </a:defRPr>
      </a:lvl7pPr>
      <a:lvl8pPr marL="3200267" algn="l" defTabSz="914361" rtl="0" eaLnBrk="1" latinLnBrk="0" hangingPunct="1">
        <a:defRPr sz="1900" kern="1200">
          <a:solidFill>
            <a:schemeClr val="tx1"/>
          </a:solidFill>
          <a:latin typeface="+mn-lt"/>
          <a:ea typeface="+mn-ea"/>
          <a:cs typeface="+mn-cs"/>
        </a:defRPr>
      </a:lvl8pPr>
      <a:lvl9pPr marL="3657448" algn="l" defTabSz="914361"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pos="455">
          <p15:clr>
            <a:srgbClr val="F26B43"/>
          </p15:clr>
        </p15:guide>
        <p15:guide id="4" pos="7439">
          <p15:clr>
            <a:srgbClr val="F26B43"/>
          </p15:clr>
        </p15:guide>
        <p15:guide id="5" pos="167">
          <p15:clr>
            <a:srgbClr val="F26B43"/>
          </p15:clr>
        </p15:guide>
        <p15:guide id="6" pos="887">
          <p15:clr>
            <a:srgbClr val="F26B43"/>
          </p15:clr>
        </p15:guide>
        <p15:guide id="7" orient="horz" pos="816">
          <p15:clr>
            <a:srgbClr val="F26B43"/>
          </p15:clr>
        </p15:guide>
        <p15:guide id="8" orient="horz" pos="672">
          <p15:clr>
            <a:srgbClr val="F26B43"/>
          </p15:clr>
        </p15:guide>
        <p15:guide id="10" orient="horz" pos="1248">
          <p15:clr>
            <a:srgbClr val="F26B43"/>
          </p15:clr>
        </p15:guide>
        <p15:guide id="11" pos="1199">
          <p15:clr>
            <a:srgbClr val="F26B43"/>
          </p15:clr>
        </p15:guide>
        <p15:guide id="12" pos="3983">
          <p15:clr>
            <a:srgbClr val="F26B43"/>
          </p15:clr>
        </p15:guide>
        <p15:guide id="13" orient="horz" pos="3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jpe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jpeg"/><Relationship Id="rId2" Type="http://schemas.openxmlformats.org/officeDocument/2006/relationships/image" Target="../media/image14.jpeg"/><Relationship Id="rId16" Type="http://schemas.openxmlformats.org/officeDocument/2006/relationships/image" Target="../media/image28.png"/><Relationship Id="rId20" Type="http://schemas.openxmlformats.org/officeDocument/2006/relationships/image" Target="../media/image32.jpe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 name="ts-corporate-template-blue.png" descr="ts-corporate-template-blue.png"/>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 y="893"/>
            <a:ext cx="12188825" cy="6856214"/>
          </a:xfrm>
          <a:prstGeom prst="rect">
            <a:avLst/>
          </a:prstGeom>
          <a:ln w="12700">
            <a:miter lim="400000"/>
          </a:ln>
        </p:spPr>
      </p:pic>
      <p:sp>
        <p:nvSpPr>
          <p:cNvPr id="169" name="HEADER"/>
          <p:cNvSpPr txBox="1"/>
          <p:nvPr/>
        </p:nvSpPr>
        <p:spPr>
          <a:xfrm>
            <a:off x="851310" y="1760169"/>
            <a:ext cx="8217579" cy="15898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393" tIns="25393" rIns="25393" bIns="25393" anchor="ctr">
            <a:spAutoFit/>
          </a:bodyPr>
          <a:lstStyle>
            <a:lvl1pPr>
              <a:defRPr sz="20000">
                <a:solidFill>
                  <a:srgbClr val="FFFFFF"/>
                </a:solidFill>
                <a:latin typeface="Impact"/>
                <a:ea typeface="Impact"/>
                <a:cs typeface="Impact"/>
                <a:sym typeface="Impact"/>
              </a:defRPr>
            </a:lvl1pPr>
          </a:lstStyle>
          <a:p>
            <a:r>
              <a:rPr lang="en-US" sz="9998" cap="all" dirty="0"/>
              <a:t>IE 3699</a:t>
            </a:r>
            <a:endParaRPr sz="9998" cap="all" dirty="0"/>
          </a:p>
        </p:txBody>
      </p:sp>
      <p:sp>
        <p:nvSpPr>
          <p:cNvPr id="170" name="SUBHEAD"/>
          <p:cNvSpPr txBox="1"/>
          <p:nvPr/>
        </p:nvSpPr>
        <p:spPr>
          <a:xfrm>
            <a:off x="1313952" y="3294522"/>
            <a:ext cx="10084299" cy="6052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393" tIns="25393" rIns="25393" bIns="25393" anchor="ctr">
            <a:spAutoFit/>
          </a:bodyPr>
          <a:lstStyle>
            <a:lvl1pPr>
              <a:defRPr sz="15000">
                <a:solidFill>
                  <a:srgbClr val="FFFFFF"/>
                </a:solidFill>
                <a:latin typeface="Trebuchet MS"/>
                <a:ea typeface="Trebuchet MS"/>
                <a:cs typeface="Trebuchet MS"/>
                <a:sym typeface="Trebuchet MS"/>
              </a:defRPr>
            </a:lvl1pPr>
          </a:lstStyle>
          <a:p>
            <a:r>
              <a:rPr lang="en-US" sz="3600" cap="all" dirty="0">
                <a:solidFill>
                  <a:srgbClr val="53C5D5"/>
                </a:solidFill>
              </a:rPr>
              <a:t>Manufacturing &amp; Maintenance reliability</a:t>
            </a:r>
            <a:endParaRPr sz="3600" cap="all" dirty="0">
              <a:solidFill>
                <a:srgbClr val="53C5D5"/>
              </a:solidFill>
            </a:endParaRPr>
          </a:p>
        </p:txBody>
      </p:sp>
      <p:pic>
        <p:nvPicPr>
          <p:cNvPr id="172" name="triangles.png" descr="triangles.pn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790574" y="3145207"/>
            <a:ext cx="465893" cy="903910"/>
          </a:xfrm>
          <a:prstGeom prst="rect">
            <a:avLst/>
          </a:prstGeom>
          <a:ln w="12700">
            <a:miter lim="400000"/>
          </a:ln>
        </p:spPr>
      </p:pic>
      <p:sp>
        <p:nvSpPr>
          <p:cNvPr id="3" name="Text Placeholder 3">
            <a:extLst>
              <a:ext uri="{FF2B5EF4-FFF2-40B4-BE49-F238E27FC236}">
                <a16:creationId xmlns:a16="http://schemas.microsoft.com/office/drawing/2014/main" id="{7F7BE26C-8223-D67D-B7B7-B824CBF70916}"/>
              </a:ext>
            </a:extLst>
          </p:cNvPr>
          <p:cNvSpPr txBox="1"/>
          <p:nvPr/>
        </p:nvSpPr>
        <p:spPr>
          <a:xfrm>
            <a:off x="851310" y="4049117"/>
            <a:ext cx="2767838" cy="400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2854" rIns="22854">
            <a:spAutoFit/>
          </a:bodyPr>
          <a:lstStyle/>
          <a:p>
            <a:pPr defTabSz="457071">
              <a:spcBef>
                <a:spcPts val="151"/>
              </a:spcBef>
              <a:buClr>
                <a:srgbClr val="DD8A03"/>
              </a:buClr>
              <a:buSzPct val="100000"/>
              <a:buFont typeface="Arial"/>
              <a:buChar char="​"/>
              <a:defRPr sz="6500" b="1">
                <a:solidFill>
                  <a:srgbClr val="FFFFFF"/>
                </a:solidFill>
                <a:latin typeface="Trebuchet MS"/>
                <a:ea typeface="Trebuchet MS"/>
                <a:cs typeface="Trebuchet MS"/>
                <a:sym typeface="Trebuchet MS"/>
              </a:defRPr>
            </a:pPr>
            <a:r>
              <a:rPr lang="en-US" sz="2000" cap="all" dirty="0"/>
              <a:t>Selena dang</a:t>
            </a:r>
            <a:endParaRPr sz="2000" cap="all" dirty="0"/>
          </a:p>
        </p:txBody>
      </p:sp>
      <p:sp>
        <p:nvSpPr>
          <p:cNvPr id="5" name="TextBox 4">
            <a:extLst>
              <a:ext uri="{FF2B5EF4-FFF2-40B4-BE49-F238E27FC236}">
                <a16:creationId xmlns:a16="http://schemas.microsoft.com/office/drawing/2014/main" id="{22D01D5E-6FBD-4711-A682-AF0FDFAE4FEB}"/>
              </a:ext>
            </a:extLst>
          </p:cNvPr>
          <p:cNvSpPr txBox="1"/>
          <p:nvPr/>
        </p:nvSpPr>
        <p:spPr>
          <a:xfrm>
            <a:off x="6856213" y="6221985"/>
            <a:ext cx="4988173"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lnSpc>
                <a:spcPct val="100000"/>
              </a:lnSpc>
            </a:pPr>
            <a:r>
              <a:rPr lang="en-US" sz="800" b="1"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CAAC55-895D-C83A-CA53-6C1C5E025C88}"/>
              </a:ext>
            </a:extLst>
          </p:cNvPr>
          <p:cNvSpPr>
            <a:spLocks noGrp="1"/>
          </p:cNvSpPr>
          <p:nvPr>
            <p:ph type="body" sz="quarter" idx="21"/>
          </p:nvPr>
        </p:nvSpPr>
        <p:spPr/>
        <p:txBody>
          <a:bodyPr/>
          <a:lstStyle/>
          <a:p>
            <a:r>
              <a:rPr lang="en-US" cap="all" dirty="0"/>
              <a:t>About me </a:t>
            </a:r>
          </a:p>
        </p:txBody>
      </p:sp>
      <p:sp>
        <p:nvSpPr>
          <p:cNvPr id="11" name="Text Placeholder 10">
            <a:extLst>
              <a:ext uri="{FF2B5EF4-FFF2-40B4-BE49-F238E27FC236}">
                <a16:creationId xmlns:a16="http://schemas.microsoft.com/office/drawing/2014/main" id="{74EE427C-DF44-3DC1-9F21-C40346E19F92}"/>
              </a:ext>
            </a:extLst>
          </p:cNvPr>
          <p:cNvSpPr>
            <a:spLocks noGrp="1"/>
          </p:cNvSpPr>
          <p:nvPr>
            <p:ph type="body" sz="quarter" idx="23"/>
          </p:nvPr>
        </p:nvSpPr>
        <p:spPr>
          <a:xfrm>
            <a:off x="4452937" y="1772006"/>
            <a:ext cx="2927350" cy="542925"/>
          </a:xfrm>
        </p:spPr>
        <p:txBody>
          <a:bodyPr/>
          <a:lstStyle/>
          <a:p>
            <a:r>
              <a:rPr lang="en-US" dirty="0"/>
              <a:t>SELENA DANG</a:t>
            </a:r>
          </a:p>
        </p:txBody>
      </p:sp>
      <p:sp>
        <p:nvSpPr>
          <p:cNvPr id="12" name="Text Placeholder 11">
            <a:extLst>
              <a:ext uri="{FF2B5EF4-FFF2-40B4-BE49-F238E27FC236}">
                <a16:creationId xmlns:a16="http://schemas.microsoft.com/office/drawing/2014/main" id="{11B652FF-4E1F-0300-1079-87206A9C3400}"/>
              </a:ext>
            </a:extLst>
          </p:cNvPr>
          <p:cNvSpPr>
            <a:spLocks noGrp="1"/>
          </p:cNvSpPr>
          <p:nvPr>
            <p:ph type="body" sz="quarter" idx="24"/>
          </p:nvPr>
        </p:nvSpPr>
        <p:spPr>
          <a:xfrm>
            <a:off x="4452937" y="2299328"/>
            <a:ext cx="3543855" cy="372411"/>
          </a:xfrm>
        </p:spPr>
        <p:txBody>
          <a:bodyPr>
            <a:normAutofit lnSpcReduction="10000"/>
          </a:bodyPr>
          <a:lstStyle/>
          <a:p>
            <a:r>
              <a:rPr lang="en-US" dirty="0"/>
              <a:t>JUNIOR IN IE – MAY 2027 </a:t>
            </a:r>
          </a:p>
        </p:txBody>
      </p:sp>
      <p:sp>
        <p:nvSpPr>
          <p:cNvPr id="13" name="Text Placeholder 12">
            <a:extLst>
              <a:ext uri="{FF2B5EF4-FFF2-40B4-BE49-F238E27FC236}">
                <a16:creationId xmlns:a16="http://schemas.microsoft.com/office/drawing/2014/main" id="{322940DF-7C31-DD18-DB70-EB2638C48A27}"/>
              </a:ext>
            </a:extLst>
          </p:cNvPr>
          <p:cNvSpPr>
            <a:spLocks noGrp="1"/>
          </p:cNvSpPr>
          <p:nvPr>
            <p:ph type="body" sz="quarter" idx="25"/>
          </p:nvPr>
        </p:nvSpPr>
        <p:spPr>
          <a:xfrm>
            <a:off x="4452937" y="2693300"/>
            <a:ext cx="3667125" cy="347663"/>
          </a:xfrm>
        </p:spPr>
        <p:txBody>
          <a:bodyPr/>
          <a:lstStyle/>
          <a:p>
            <a:r>
              <a:rPr lang="en-US" dirty="0"/>
              <a:t>GONZALES, LOUISIANA</a:t>
            </a:r>
          </a:p>
        </p:txBody>
      </p:sp>
      <p:sp>
        <p:nvSpPr>
          <p:cNvPr id="15" name="Text Placeholder 14">
            <a:extLst>
              <a:ext uri="{FF2B5EF4-FFF2-40B4-BE49-F238E27FC236}">
                <a16:creationId xmlns:a16="http://schemas.microsoft.com/office/drawing/2014/main" id="{C40A57FD-2334-7333-B2A1-403BF3B168BE}"/>
              </a:ext>
            </a:extLst>
          </p:cNvPr>
          <p:cNvSpPr>
            <a:spLocks noGrp="1"/>
          </p:cNvSpPr>
          <p:nvPr>
            <p:ph type="body" sz="quarter" idx="22"/>
          </p:nvPr>
        </p:nvSpPr>
        <p:spPr>
          <a:xfrm>
            <a:off x="4452937" y="3097173"/>
            <a:ext cx="6832600" cy="813660"/>
          </a:xfrm>
        </p:spPr>
        <p:txBody>
          <a:bodyPr/>
          <a:lstStyle/>
          <a:p>
            <a:r>
              <a:rPr lang="en-US" dirty="0"/>
              <a:t>Manufacturing and Maintenance Reliability Intern</a:t>
            </a:r>
          </a:p>
          <a:p>
            <a:r>
              <a:rPr lang="en-US" dirty="0"/>
              <a:t>Textron Systems, New Orleans location</a:t>
            </a:r>
          </a:p>
          <a:p>
            <a:endParaRPr lang="en-US" dirty="0"/>
          </a:p>
          <a:p>
            <a:endParaRPr lang="en-US" dirty="0"/>
          </a:p>
          <a:p>
            <a:endParaRPr lang="en-US" dirty="0"/>
          </a:p>
          <a:p>
            <a:r>
              <a:rPr lang="en-US" dirty="0"/>
              <a:t>sdang2@lsu.edu</a:t>
            </a:r>
          </a:p>
          <a:p>
            <a:endParaRPr lang="en-US" dirty="0"/>
          </a:p>
        </p:txBody>
      </p:sp>
      <p:pic>
        <p:nvPicPr>
          <p:cNvPr id="5" name="Picture 4" descr="A person in a black dress&#10;&#10;Description automatically generated">
            <a:extLst>
              <a:ext uri="{FF2B5EF4-FFF2-40B4-BE49-F238E27FC236}">
                <a16:creationId xmlns:a16="http://schemas.microsoft.com/office/drawing/2014/main" id="{0564EAA9-E1EC-5BF9-667B-DBF4033D0334}"/>
              </a:ext>
            </a:extLst>
          </p:cNvPr>
          <p:cNvPicPr>
            <a:picLocks noChangeAspect="1"/>
          </p:cNvPicPr>
          <p:nvPr/>
        </p:nvPicPr>
        <p:blipFill>
          <a:blip r:embed="rId2">
            <a:extLst>
              <a:ext uri="{28A0092B-C50C-407E-A947-70E740481C1C}">
                <a14:useLocalDpi xmlns:a14="http://schemas.microsoft.com/office/drawing/2010/main" val="0"/>
              </a:ext>
            </a:extLst>
          </a:blip>
          <a:srcRect l="28973" t="23550" r="25687" b="35290"/>
          <a:stretch/>
        </p:blipFill>
        <p:spPr>
          <a:xfrm>
            <a:off x="1704770" y="1999281"/>
            <a:ext cx="2265634" cy="3083244"/>
          </a:xfrm>
          <a:prstGeom prst="rect">
            <a:avLst/>
          </a:prstGeom>
        </p:spPr>
      </p:pic>
    </p:spTree>
    <p:extLst>
      <p:ext uri="{BB962C8B-B14F-4D97-AF65-F5344CB8AC3E}">
        <p14:creationId xmlns:p14="http://schemas.microsoft.com/office/powerpoint/2010/main" val="1752681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64E8B77-8765-89E5-E6BB-C4010A2AE760}"/>
              </a:ext>
            </a:extLst>
          </p:cNvPr>
          <p:cNvSpPr>
            <a:spLocks noGrp="1"/>
          </p:cNvSpPr>
          <p:nvPr>
            <p:ph type="body" sz="quarter" idx="21"/>
          </p:nvPr>
        </p:nvSpPr>
        <p:spPr/>
        <p:txBody>
          <a:bodyPr/>
          <a:lstStyle/>
          <a:p>
            <a:r>
              <a:rPr lang="en-US" dirty="0"/>
              <a:t>INTERNSHIP PROCESS – HOW I got THE JOB</a:t>
            </a:r>
          </a:p>
        </p:txBody>
      </p:sp>
      <p:sp>
        <p:nvSpPr>
          <p:cNvPr id="11" name="Content Placeholder 10">
            <a:extLst>
              <a:ext uri="{FF2B5EF4-FFF2-40B4-BE49-F238E27FC236}">
                <a16:creationId xmlns:a16="http://schemas.microsoft.com/office/drawing/2014/main" id="{F3E1DB6A-D806-7051-63EE-0F0602C7199A}"/>
              </a:ext>
            </a:extLst>
          </p:cNvPr>
          <p:cNvSpPr>
            <a:spLocks noGrp="1"/>
          </p:cNvSpPr>
          <p:nvPr>
            <p:ph sz="quarter" idx="22"/>
          </p:nvPr>
        </p:nvSpPr>
        <p:spPr>
          <a:xfrm>
            <a:off x="367799" y="1967289"/>
            <a:ext cx="5350518" cy="4691063"/>
          </a:xfrm>
        </p:spPr>
        <p:txBody>
          <a:bodyPr/>
          <a:lstStyle/>
          <a:p>
            <a:pPr lvl="1"/>
            <a:r>
              <a:rPr lang="en-US" dirty="0"/>
              <a:t>HANDSHAKE</a:t>
            </a:r>
          </a:p>
          <a:p>
            <a:pPr lvl="2"/>
            <a:r>
              <a:rPr lang="en-US" dirty="0"/>
              <a:t>Phone screening</a:t>
            </a:r>
          </a:p>
          <a:p>
            <a:pPr lvl="2"/>
            <a:r>
              <a:rPr lang="en-US" dirty="0"/>
              <a:t>Zoom interview</a:t>
            </a:r>
          </a:p>
          <a:p>
            <a:pPr lvl="2"/>
            <a:r>
              <a:rPr lang="en-US" dirty="0"/>
              <a:t>Career Expo, Engineering Networking Reception</a:t>
            </a:r>
          </a:p>
          <a:p>
            <a:pPr lvl="3"/>
            <a:r>
              <a:rPr lang="en-US" dirty="0"/>
              <a:t>LinkedIn</a:t>
            </a:r>
          </a:p>
          <a:p>
            <a:pPr lvl="2"/>
            <a:r>
              <a:rPr lang="en-US" dirty="0"/>
              <a:t>Club meetings (IISE, SWE, TBP, </a:t>
            </a:r>
            <a:r>
              <a:rPr lang="en-US" dirty="0" err="1"/>
              <a:t>etc</a:t>
            </a:r>
            <a:r>
              <a:rPr lang="en-US" dirty="0"/>
              <a:t>)</a:t>
            </a:r>
          </a:p>
        </p:txBody>
      </p:sp>
      <p:sp>
        <p:nvSpPr>
          <p:cNvPr id="12" name="Content Placeholder 11">
            <a:extLst>
              <a:ext uri="{FF2B5EF4-FFF2-40B4-BE49-F238E27FC236}">
                <a16:creationId xmlns:a16="http://schemas.microsoft.com/office/drawing/2014/main" id="{67383D14-6BD6-1137-CA0E-0AC84A75F33A}"/>
              </a:ext>
            </a:extLst>
          </p:cNvPr>
          <p:cNvSpPr>
            <a:spLocks noGrp="1"/>
          </p:cNvSpPr>
          <p:nvPr>
            <p:ph sz="quarter" idx="23"/>
          </p:nvPr>
        </p:nvSpPr>
        <p:spPr>
          <a:xfrm>
            <a:off x="6094412" y="1967289"/>
            <a:ext cx="5431925" cy="4691063"/>
          </a:xfrm>
        </p:spPr>
        <p:txBody>
          <a:bodyPr/>
          <a:lstStyle/>
          <a:p>
            <a:pPr lvl="1"/>
            <a:r>
              <a:rPr lang="en-US" dirty="0"/>
              <a:t>TALEO – JOB PAGE</a:t>
            </a:r>
          </a:p>
          <a:p>
            <a:pPr lvl="2"/>
            <a:r>
              <a:rPr lang="en-US" dirty="0"/>
              <a:t>Ranking system</a:t>
            </a:r>
          </a:p>
          <a:p>
            <a:pPr lvl="2"/>
            <a:r>
              <a:rPr lang="en-US" dirty="0"/>
              <a:t>Matching system</a:t>
            </a:r>
          </a:p>
          <a:p>
            <a:pPr lvl="2"/>
            <a:r>
              <a:rPr lang="en-US" dirty="0"/>
              <a:t>Return offer next summer in Wichita, Kansas</a:t>
            </a:r>
          </a:p>
        </p:txBody>
      </p:sp>
      <p:sp>
        <p:nvSpPr>
          <p:cNvPr id="3" name="Text Placeholder 6">
            <a:extLst>
              <a:ext uri="{FF2B5EF4-FFF2-40B4-BE49-F238E27FC236}">
                <a16:creationId xmlns:a16="http://schemas.microsoft.com/office/drawing/2014/main" id="{3FD42018-4F23-C3A4-C088-F414C277B1AD}"/>
              </a:ext>
            </a:extLst>
          </p:cNvPr>
          <p:cNvSpPr txBox="1">
            <a:spLocks/>
          </p:cNvSpPr>
          <p:nvPr/>
        </p:nvSpPr>
        <p:spPr>
          <a:xfrm>
            <a:off x="639762" y="1317345"/>
            <a:ext cx="4988235" cy="489684"/>
          </a:xfrm>
          <a:prstGeom prst="rect">
            <a:avLst/>
          </a:prstGeom>
        </p:spPr>
        <p:txBody>
          <a:bodyPr vert="horz" lIns="91440" tIns="45720" rIns="91440" bIns="45720" rtlCol="0">
            <a:noAutofit/>
          </a:bodyPr>
          <a:lstStyle>
            <a:lvl1pPr marL="0" indent="0" algn="l" defTabSz="914361" rtl="0" eaLnBrk="1" latinLnBrk="0" hangingPunct="1">
              <a:lnSpc>
                <a:spcPct val="100000"/>
              </a:lnSpc>
              <a:spcBef>
                <a:spcPts val="800"/>
              </a:spcBef>
              <a:buClr>
                <a:schemeClr val="accent1"/>
              </a:buClr>
              <a:buFont typeface="Arial" panose="020B0604020202020204" pitchFamily="34" charset="0"/>
              <a:buNone/>
              <a:defRPr sz="2000" b="1" kern="1200">
                <a:solidFill>
                  <a:schemeClr val="tx1"/>
                </a:solidFill>
                <a:latin typeface="+mn-lt"/>
                <a:ea typeface="+mn-ea"/>
                <a:cs typeface="Segoe UI Semilight" panose="020B0402040204020203" pitchFamily="34" charset="0"/>
              </a:defRPr>
            </a:lvl1pPr>
            <a:lvl2pPr marL="285750" marR="0" indent="-285750" algn="l" defTabSz="914361" rtl="0" eaLnBrk="1" fontAlgn="auto" latinLnBrk="0" hangingPunct="1">
              <a:lnSpc>
                <a:spcPct val="100000"/>
              </a:lnSpc>
              <a:spcBef>
                <a:spcPct val="20000"/>
              </a:spcBef>
              <a:spcAft>
                <a:spcPts val="0"/>
              </a:spcAft>
              <a:buClr>
                <a:srgbClr val="DD8A03"/>
              </a:buClr>
              <a:buSzPct val="70000"/>
              <a:buFont typeface=".Lucida Grande UI Regular"/>
              <a:buChar char="►"/>
              <a:tabLst/>
              <a:defRPr sz="1800" kern="1200">
                <a:solidFill>
                  <a:schemeClr val="tx1"/>
                </a:solidFill>
                <a:latin typeface="Trebuchet MS" panose="020B0703020202090204" pitchFamily="34" charset="0"/>
                <a:ea typeface="+mn-ea"/>
                <a:cs typeface="Trebuchet MS" panose="020B0703020202090204" pitchFamily="34" charset="0"/>
              </a:defRPr>
            </a:lvl2pPr>
            <a:lvl3pPr marL="688975" marR="0" indent="-344488" algn="l" defTabSz="914361" rtl="0" eaLnBrk="1" fontAlgn="auto" latinLnBrk="0" hangingPunct="1">
              <a:lnSpc>
                <a:spcPct val="100000"/>
              </a:lnSpc>
              <a:spcBef>
                <a:spcPct val="20000"/>
              </a:spcBef>
              <a:spcAft>
                <a:spcPts val="0"/>
              </a:spcAft>
              <a:buClr>
                <a:srgbClr val="4FC3D3"/>
              </a:buClr>
              <a:buSzTx/>
              <a:buFont typeface="System Font Regular"/>
              <a:buChar char="&gt;"/>
              <a:tabLst/>
              <a:defRPr sz="1600" kern="1200">
                <a:solidFill>
                  <a:schemeClr val="tx1"/>
                </a:solidFill>
                <a:latin typeface="Trebuchet MS" panose="020B0703020202090204" pitchFamily="34" charset="0"/>
                <a:ea typeface="+mn-ea"/>
                <a:cs typeface="Trebuchet MS" panose="020B0703020202090204" pitchFamily="34" charset="0"/>
              </a:defRPr>
            </a:lvl3pPr>
            <a:lvl4pPr marL="1089025" marR="0" indent="-317500"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400" kern="1200">
                <a:solidFill>
                  <a:schemeClr val="tx1"/>
                </a:solidFill>
                <a:latin typeface="Trebuchet MS" panose="020B0703020202090204" pitchFamily="34" charset="0"/>
                <a:ea typeface="+mn-ea"/>
                <a:cs typeface="Trebuchet MS" panose="020B0703020202090204" pitchFamily="34" charset="0"/>
              </a:defRPr>
            </a:lvl4pPr>
            <a:lvl5pPr marL="1379538" marR="0" indent="-206375"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200" kern="1200">
                <a:solidFill>
                  <a:schemeClr val="tx1"/>
                </a:solidFill>
                <a:latin typeface="Trebuchet MS" panose="020B0703020202090204" pitchFamily="34" charset="0"/>
                <a:ea typeface="+mn-ea"/>
                <a:cs typeface="Trebuchet MS" panose="020B0703020202090204" pitchFamily="34" charset="0"/>
              </a:defRPr>
            </a:lvl5pPr>
            <a:lvl6pPr marL="2514495"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76"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57"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38"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4" name="Text Placeholder 6">
            <a:extLst>
              <a:ext uri="{FF2B5EF4-FFF2-40B4-BE49-F238E27FC236}">
                <a16:creationId xmlns:a16="http://schemas.microsoft.com/office/drawing/2014/main" id="{B13CF4C4-9CFF-E50A-F6F0-465DD55D1FA1}"/>
              </a:ext>
            </a:extLst>
          </p:cNvPr>
          <p:cNvSpPr txBox="1">
            <a:spLocks/>
          </p:cNvSpPr>
          <p:nvPr/>
        </p:nvSpPr>
        <p:spPr>
          <a:xfrm>
            <a:off x="367799" y="1397475"/>
            <a:ext cx="4988235" cy="489684"/>
          </a:xfrm>
          <a:prstGeom prst="rect">
            <a:avLst/>
          </a:prstGeom>
        </p:spPr>
        <p:txBody>
          <a:bodyPr vert="horz" lIns="91440" tIns="45720" rIns="91440" bIns="45720" rtlCol="0">
            <a:noAutofit/>
          </a:bodyPr>
          <a:lstStyle>
            <a:lvl1pPr marL="0" indent="0" algn="l" defTabSz="914361" rtl="0" eaLnBrk="1" latinLnBrk="0" hangingPunct="1">
              <a:lnSpc>
                <a:spcPct val="100000"/>
              </a:lnSpc>
              <a:spcBef>
                <a:spcPts val="800"/>
              </a:spcBef>
              <a:buClr>
                <a:schemeClr val="accent1"/>
              </a:buClr>
              <a:buFont typeface="Arial" panose="020B0604020202020204" pitchFamily="34" charset="0"/>
              <a:buNone/>
              <a:defRPr sz="2000" b="1" kern="1200">
                <a:solidFill>
                  <a:schemeClr val="tx1"/>
                </a:solidFill>
                <a:latin typeface="+mn-lt"/>
                <a:ea typeface="+mn-ea"/>
                <a:cs typeface="Segoe UI Semilight" panose="020B0402040204020203" pitchFamily="34" charset="0"/>
              </a:defRPr>
            </a:lvl1pPr>
            <a:lvl2pPr marL="285750" marR="0" indent="-285750" algn="l" defTabSz="914361" rtl="0" eaLnBrk="1" fontAlgn="auto" latinLnBrk="0" hangingPunct="1">
              <a:lnSpc>
                <a:spcPct val="100000"/>
              </a:lnSpc>
              <a:spcBef>
                <a:spcPct val="20000"/>
              </a:spcBef>
              <a:spcAft>
                <a:spcPts val="0"/>
              </a:spcAft>
              <a:buClr>
                <a:srgbClr val="DD8A03"/>
              </a:buClr>
              <a:buSzPct val="70000"/>
              <a:buFont typeface=".Lucida Grande UI Regular"/>
              <a:buChar char="►"/>
              <a:tabLst/>
              <a:defRPr sz="1800" kern="1200">
                <a:solidFill>
                  <a:schemeClr val="tx1"/>
                </a:solidFill>
                <a:latin typeface="Trebuchet MS" panose="020B0703020202090204" pitchFamily="34" charset="0"/>
                <a:ea typeface="+mn-ea"/>
                <a:cs typeface="Trebuchet MS" panose="020B0703020202090204" pitchFamily="34" charset="0"/>
              </a:defRPr>
            </a:lvl2pPr>
            <a:lvl3pPr marL="688975" marR="0" indent="-344488" algn="l" defTabSz="914361" rtl="0" eaLnBrk="1" fontAlgn="auto" latinLnBrk="0" hangingPunct="1">
              <a:lnSpc>
                <a:spcPct val="100000"/>
              </a:lnSpc>
              <a:spcBef>
                <a:spcPct val="20000"/>
              </a:spcBef>
              <a:spcAft>
                <a:spcPts val="0"/>
              </a:spcAft>
              <a:buClr>
                <a:srgbClr val="4FC3D3"/>
              </a:buClr>
              <a:buSzTx/>
              <a:buFont typeface="System Font Regular"/>
              <a:buChar char="&gt;"/>
              <a:tabLst/>
              <a:defRPr sz="1600" kern="1200">
                <a:solidFill>
                  <a:schemeClr val="tx1"/>
                </a:solidFill>
                <a:latin typeface="Trebuchet MS" panose="020B0703020202090204" pitchFamily="34" charset="0"/>
                <a:ea typeface="+mn-ea"/>
                <a:cs typeface="Trebuchet MS" panose="020B0703020202090204" pitchFamily="34" charset="0"/>
              </a:defRPr>
            </a:lvl3pPr>
            <a:lvl4pPr marL="1089025" marR="0" indent="-317500"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400" kern="1200">
                <a:solidFill>
                  <a:schemeClr val="tx1"/>
                </a:solidFill>
                <a:latin typeface="Trebuchet MS" panose="020B0703020202090204" pitchFamily="34" charset="0"/>
                <a:ea typeface="+mn-ea"/>
                <a:cs typeface="Trebuchet MS" panose="020B0703020202090204" pitchFamily="34" charset="0"/>
              </a:defRPr>
            </a:lvl4pPr>
            <a:lvl5pPr marL="1379538" marR="0" indent="-206375"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200" kern="1200">
                <a:solidFill>
                  <a:schemeClr val="tx1"/>
                </a:solidFill>
                <a:latin typeface="Trebuchet MS" panose="020B0703020202090204" pitchFamily="34" charset="0"/>
                <a:ea typeface="+mn-ea"/>
                <a:cs typeface="Trebuchet MS" panose="020B0703020202090204" pitchFamily="34" charset="0"/>
              </a:defRPr>
            </a:lvl5pPr>
            <a:lvl6pPr marL="2514495"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76"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57"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38"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400" dirty="0">
                <a:solidFill>
                  <a:schemeClr val="accent6">
                    <a:lumMod val="75000"/>
                  </a:schemeClr>
                </a:solidFill>
                <a:latin typeface="Impact" panose="020B0806030902050204" pitchFamily="34" charset="0"/>
              </a:rPr>
              <a:t>BEFORE</a:t>
            </a:r>
          </a:p>
          <a:p>
            <a:endParaRPr lang="en-US" dirty="0">
              <a:latin typeface="Impact" panose="020B0806030902050204" pitchFamily="34" charset="0"/>
            </a:endParaRPr>
          </a:p>
        </p:txBody>
      </p:sp>
      <p:sp>
        <p:nvSpPr>
          <p:cNvPr id="5" name="Text Placeholder 6">
            <a:extLst>
              <a:ext uri="{FF2B5EF4-FFF2-40B4-BE49-F238E27FC236}">
                <a16:creationId xmlns:a16="http://schemas.microsoft.com/office/drawing/2014/main" id="{F810DC47-40BE-51FA-3E69-417AFD8246A4}"/>
              </a:ext>
            </a:extLst>
          </p:cNvPr>
          <p:cNvSpPr txBox="1">
            <a:spLocks/>
          </p:cNvSpPr>
          <p:nvPr/>
        </p:nvSpPr>
        <p:spPr>
          <a:xfrm>
            <a:off x="6094412" y="1397475"/>
            <a:ext cx="4988235" cy="489684"/>
          </a:xfrm>
          <a:prstGeom prst="rect">
            <a:avLst/>
          </a:prstGeom>
        </p:spPr>
        <p:txBody>
          <a:bodyPr vert="horz" lIns="91440" tIns="45720" rIns="91440" bIns="45720" rtlCol="0">
            <a:noAutofit/>
          </a:bodyPr>
          <a:lstStyle>
            <a:lvl1pPr marL="0" indent="0" algn="l" defTabSz="914361" rtl="0" eaLnBrk="1" latinLnBrk="0" hangingPunct="1">
              <a:lnSpc>
                <a:spcPct val="100000"/>
              </a:lnSpc>
              <a:spcBef>
                <a:spcPts val="800"/>
              </a:spcBef>
              <a:buClr>
                <a:schemeClr val="accent1"/>
              </a:buClr>
              <a:buFont typeface="Arial" panose="020B0604020202020204" pitchFamily="34" charset="0"/>
              <a:buNone/>
              <a:defRPr sz="2000" b="1" kern="1200">
                <a:solidFill>
                  <a:schemeClr val="tx1"/>
                </a:solidFill>
                <a:latin typeface="+mn-lt"/>
                <a:ea typeface="+mn-ea"/>
                <a:cs typeface="Segoe UI Semilight" panose="020B0402040204020203" pitchFamily="34" charset="0"/>
              </a:defRPr>
            </a:lvl1pPr>
            <a:lvl2pPr marL="285750" marR="0" indent="-285750" algn="l" defTabSz="914361" rtl="0" eaLnBrk="1" fontAlgn="auto" latinLnBrk="0" hangingPunct="1">
              <a:lnSpc>
                <a:spcPct val="100000"/>
              </a:lnSpc>
              <a:spcBef>
                <a:spcPct val="20000"/>
              </a:spcBef>
              <a:spcAft>
                <a:spcPts val="0"/>
              </a:spcAft>
              <a:buClr>
                <a:srgbClr val="DD8A03"/>
              </a:buClr>
              <a:buSzPct val="70000"/>
              <a:buFont typeface=".Lucida Grande UI Regular"/>
              <a:buChar char="►"/>
              <a:tabLst/>
              <a:defRPr sz="1800" kern="1200">
                <a:solidFill>
                  <a:schemeClr val="tx1"/>
                </a:solidFill>
                <a:latin typeface="Trebuchet MS" panose="020B0703020202090204" pitchFamily="34" charset="0"/>
                <a:ea typeface="+mn-ea"/>
                <a:cs typeface="Trebuchet MS" panose="020B0703020202090204" pitchFamily="34" charset="0"/>
              </a:defRPr>
            </a:lvl2pPr>
            <a:lvl3pPr marL="688975" marR="0" indent="-344488" algn="l" defTabSz="914361" rtl="0" eaLnBrk="1" fontAlgn="auto" latinLnBrk="0" hangingPunct="1">
              <a:lnSpc>
                <a:spcPct val="100000"/>
              </a:lnSpc>
              <a:spcBef>
                <a:spcPct val="20000"/>
              </a:spcBef>
              <a:spcAft>
                <a:spcPts val="0"/>
              </a:spcAft>
              <a:buClr>
                <a:srgbClr val="4FC3D3"/>
              </a:buClr>
              <a:buSzTx/>
              <a:buFont typeface="System Font Regular"/>
              <a:buChar char="&gt;"/>
              <a:tabLst/>
              <a:defRPr sz="1600" kern="1200">
                <a:solidFill>
                  <a:schemeClr val="tx1"/>
                </a:solidFill>
                <a:latin typeface="Trebuchet MS" panose="020B0703020202090204" pitchFamily="34" charset="0"/>
                <a:ea typeface="+mn-ea"/>
                <a:cs typeface="Trebuchet MS" panose="020B0703020202090204" pitchFamily="34" charset="0"/>
              </a:defRPr>
            </a:lvl3pPr>
            <a:lvl4pPr marL="1089025" marR="0" indent="-317500"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400" kern="1200">
                <a:solidFill>
                  <a:schemeClr val="tx1"/>
                </a:solidFill>
                <a:latin typeface="Trebuchet MS" panose="020B0703020202090204" pitchFamily="34" charset="0"/>
                <a:ea typeface="+mn-ea"/>
                <a:cs typeface="Trebuchet MS" panose="020B0703020202090204" pitchFamily="34" charset="0"/>
              </a:defRPr>
            </a:lvl4pPr>
            <a:lvl5pPr marL="1379538" marR="0" indent="-206375"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200" kern="1200">
                <a:solidFill>
                  <a:schemeClr val="tx1"/>
                </a:solidFill>
                <a:latin typeface="Trebuchet MS" panose="020B0703020202090204" pitchFamily="34" charset="0"/>
                <a:ea typeface="+mn-ea"/>
                <a:cs typeface="Trebuchet MS" panose="020B0703020202090204" pitchFamily="34" charset="0"/>
              </a:defRPr>
            </a:lvl5pPr>
            <a:lvl6pPr marL="2514495"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76"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57"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38"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400" dirty="0">
                <a:solidFill>
                  <a:schemeClr val="accent6">
                    <a:lumMod val="75000"/>
                  </a:schemeClr>
                </a:solidFill>
                <a:latin typeface="Impact" panose="020B0806030902050204" pitchFamily="34" charset="0"/>
              </a:rPr>
              <a:t>DURING</a:t>
            </a:r>
          </a:p>
          <a:p>
            <a:endParaRPr lang="en-US" dirty="0">
              <a:latin typeface="Impact" panose="020B0806030902050204" pitchFamily="34" charset="0"/>
            </a:endParaRPr>
          </a:p>
        </p:txBody>
      </p:sp>
      <p:pic>
        <p:nvPicPr>
          <p:cNvPr id="2050" name="Picture 2" descr="Handshake Jobs &amp; New Careers - Apps on Google Play">
            <a:extLst>
              <a:ext uri="{FF2B5EF4-FFF2-40B4-BE49-F238E27FC236}">
                <a16:creationId xmlns:a16="http://schemas.microsoft.com/office/drawing/2014/main" id="{0EF301E2-2318-9341-9845-E49D49DE4B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762" y="4387664"/>
            <a:ext cx="1631261" cy="163126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inkedIn">
            <a:extLst>
              <a:ext uri="{FF2B5EF4-FFF2-40B4-BE49-F238E27FC236}">
                <a16:creationId xmlns:a16="http://schemas.microsoft.com/office/drawing/2014/main" id="{DFA0837A-C5B9-838C-36A0-F5A98497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5385" y="4387664"/>
            <a:ext cx="1631261" cy="163126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ndeed (@indeed) / X">
            <a:extLst>
              <a:ext uri="{FF2B5EF4-FFF2-40B4-BE49-F238E27FC236}">
                <a16:creationId xmlns:a16="http://schemas.microsoft.com/office/drawing/2014/main" id="{1E06C240-4F42-D46B-7BBB-D92A16D76A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1008" y="4312820"/>
            <a:ext cx="1723404" cy="172340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Systems Engineers (IISE) - Credly">
            <a:extLst>
              <a:ext uri="{FF2B5EF4-FFF2-40B4-BE49-F238E27FC236}">
                <a16:creationId xmlns:a16="http://schemas.microsoft.com/office/drawing/2014/main" id="{1E12F523-A2F3-54D2-23BB-D47EDC259DA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5697" b="26168"/>
          <a:stretch/>
        </p:blipFill>
        <p:spPr bwMode="auto">
          <a:xfrm>
            <a:off x="7008193" y="4138047"/>
            <a:ext cx="3943394" cy="1898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215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552186-AF4F-5A09-0E75-91D5D11D9D47}"/>
              </a:ext>
            </a:extLst>
          </p:cNvPr>
          <p:cNvSpPr/>
          <p:nvPr/>
        </p:nvSpPr>
        <p:spPr>
          <a:xfrm>
            <a:off x="5014371" y="3460426"/>
            <a:ext cx="2384490" cy="297503"/>
          </a:xfrm>
          <a:prstGeom prst="rect">
            <a:avLst/>
          </a:prstGeom>
          <a:solidFill>
            <a:srgbClr val="F8F9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393" tIns="25393" rIns="25393" bIns="25393" numCol="1" spcCol="38100" rtlCol="0" anchor="ctr">
            <a:spAutoFit/>
          </a:bodyPr>
          <a:lstStyle/>
          <a:p>
            <a:pPr algn="ctr" defTabSz="412653"/>
            <a:endParaRPr lang="en-US" sz="1600">
              <a:solidFill>
                <a:srgbClr val="FFFFFF"/>
              </a:solidFill>
              <a:latin typeface="Helvetica Neue Medium"/>
              <a:ea typeface="Helvetica Neue Medium"/>
              <a:cs typeface="Helvetica Neue Medium"/>
              <a:sym typeface="Helvetica Neue Medium"/>
            </a:endParaRPr>
          </a:p>
        </p:txBody>
      </p:sp>
      <p:sp>
        <p:nvSpPr>
          <p:cNvPr id="343" name="TEXTRON LEADING BUSINESSES"/>
          <p:cNvSpPr txBox="1">
            <a:spLocks noGrp="1"/>
          </p:cNvSpPr>
          <p:nvPr>
            <p:ph type="body" idx="21"/>
          </p:nvPr>
        </p:nvSpPr>
        <p:spPr>
          <a:xfrm>
            <a:off x="425058" y="308818"/>
            <a:ext cx="8411814" cy="576953"/>
          </a:xfrm>
          <a:prstGeom prst="rect">
            <a:avLst/>
          </a:prstGeom>
        </p:spPr>
        <p:txBody>
          <a:bodyPr/>
          <a:lstStyle/>
          <a:p>
            <a:r>
              <a:rPr lang="en-US" dirty="0">
                <a:solidFill>
                  <a:srgbClr val="003070"/>
                </a:solidFill>
              </a:rPr>
              <a:t>Textron – “pushing past possible”</a:t>
            </a:r>
            <a:endParaRPr dirty="0">
              <a:solidFill>
                <a:srgbClr val="003070"/>
              </a:solidFill>
            </a:endParaRPr>
          </a:p>
        </p:txBody>
      </p:sp>
      <p:pic>
        <p:nvPicPr>
          <p:cNvPr id="344" name="Google Shape;268;p4" descr="Google Shape;268;p4"/>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80902" y="1885722"/>
            <a:ext cx="1982517" cy="1980684"/>
          </a:xfrm>
          <a:prstGeom prst="rect">
            <a:avLst/>
          </a:prstGeom>
          <a:ln w="12700">
            <a:miter lim="400000"/>
          </a:ln>
        </p:spPr>
      </p:pic>
      <p:pic>
        <p:nvPicPr>
          <p:cNvPr id="345" name="Google Shape;269;p4" descr="Google Shape;269;p4"/>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807451" y="1886307"/>
            <a:ext cx="1982517" cy="1980685"/>
          </a:xfrm>
          <a:prstGeom prst="rect">
            <a:avLst/>
          </a:prstGeom>
          <a:ln w="12700">
            <a:miter lim="400000"/>
          </a:ln>
        </p:spPr>
      </p:pic>
      <p:pic>
        <p:nvPicPr>
          <p:cNvPr id="347" name="Google Shape;270;p4" descr="Google Shape;270;p4"/>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7651776" y="1898976"/>
            <a:ext cx="1982517" cy="1980684"/>
          </a:xfrm>
          <a:prstGeom prst="rect">
            <a:avLst/>
          </a:prstGeom>
          <a:ln w="12700">
            <a:miter lim="400000"/>
          </a:ln>
        </p:spPr>
      </p:pic>
      <p:pic>
        <p:nvPicPr>
          <p:cNvPr id="348" name="Google Shape;271;p4" descr="Google Shape;271;p4"/>
          <p:cNvPicPr>
            <a:picLocks noChangeAspect="1"/>
          </p:cNvPicPr>
          <p:nvPr/>
        </p:nvPicPr>
        <p:blipFill>
          <a:blip r:embed="rId5" cstate="email">
            <a:extLst>
              <a:ext uri="{28A0092B-C50C-407E-A947-70E740481C1C}">
                <a14:useLocalDpi xmlns:a14="http://schemas.microsoft.com/office/drawing/2010/main"/>
              </a:ext>
            </a:extLst>
          </a:blip>
          <a:srcRect r="-2"/>
          <a:stretch/>
        </p:blipFill>
        <p:spPr>
          <a:xfrm>
            <a:off x="10065544" y="1885722"/>
            <a:ext cx="1982517" cy="1980684"/>
          </a:xfrm>
          <a:prstGeom prst="rect">
            <a:avLst/>
          </a:prstGeom>
          <a:ln w="12700">
            <a:miter lim="400000"/>
          </a:ln>
        </p:spPr>
      </p:pic>
      <p:pic>
        <p:nvPicPr>
          <p:cNvPr id="349" name="Google Shape;276;p4" descr="Google Shape;276;p4"/>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88059" y="4114621"/>
            <a:ext cx="368204" cy="457081"/>
          </a:xfrm>
          <a:prstGeom prst="rect">
            <a:avLst/>
          </a:prstGeom>
          <a:ln w="12700">
            <a:miter lim="400000"/>
          </a:ln>
        </p:spPr>
      </p:pic>
      <p:pic>
        <p:nvPicPr>
          <p:cNvPr id="350" name="Google Shape;277;p4" descr="Google Shape;277;p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507891" y="4935834"/>
            <a:ext cx="478849" cy="457081"/>
          </a:xfrm>
          <a:prstGeom prst="rect">
            <a:avLst/>
          </a:prstGeom>
          <a:ln w="12700">
            <a:miter lim="400000"/>
          </a:ln>
        </p:spPr>
      </p:pic>
      <p:pic>
        <p:nvPicPr>
          <p:cNvPr id="351" name="Google Shape;278;p4" descr="Google Shape;278;p4"/>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385467" y="4575375"/>
            <a:ext cx="723703" cy="197375"/>
          </a:xfrm>
          <a:prstGeom prst="rect">
            <a:avLst/>
          </a:prstGeom>
          <a:ln w="12700">
            <a:miter lim="400000"/>
          </a:ln>
        </p:spPr>
      </p:pic>
      <p:pic>
        <p:nvPicPr>
          <p:cNvPr id="352" name="Google Shape;279;p4" descr="Google Shape;279;p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351622" y="4121206"/>
            <a:ext cx="791393" cy="238746"/>
          </a:xfrm>
          <a:prstGeom prst="rect">
            <a:avLst/>
          </a:prstGeom>
          <a:ln w="12700">
            <a:miter lim="400000"/>
          </a:ln>
        </p:spPr>
      </p:pic>
      <p:grpSp>
        <p:nvGrpSpPr>
          <p:cNvPr id="2" name="Group 1">
            <a:extLst>
              <a:ext uri="{FF2B5EF4-FFF2-40B4-BE49-F238E27FC236}">
                <a16:creationId xmlns:a16="http://schemas.microsoft.com/office/drawing/2014/main" id="{94CF6A37-10F0-BE75-D3F1-110937ED460C}"/>
              </a:ext>
            </a:extLst>
          </p:cNvPr>
          <p:cNvGrpSpPr/>
          <p:nvPr/>
        </p:nvGrpSpPr>
        <p:grpSpPr>
          <a:xfrm>
            <a:off x="5506288" y="4211548"/>
            <a:ext cx="1353730" cy="1448572"/>
            <a:chOff x="3657060" y="7956868"/>
            <a:chExt cx="2708166" cy="2897898"/>
          </a:xfrm>
        </p:grpSpPr>
        <p:pic>
          <p:nvPicPr>
            <p:cNvPr id="353" name="Google Shape;280;p4" descr="Google Shape;280;p4"/>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657060" y="9461865"/>
              <a:ext cx="2708166" cy="448250"/>
            </a:xfrm>
            <a:prstGeom prst="rect">
              <a:avLst/>
            </a:prstGeom>
            <a:ln w="12700">
              <a:miter lim="400000"/>
            </a:ln>
          </p:spPr>
        </p:pic>
        <p:pic>
          <p:nvPicPr>
            <p:cNvPr id="354" name="Google Shape;288;p4" descr="Google Shape;288;p4"/>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3860813" y="7956868"/>
              <a:ext cx="2300659" cy="277638"/>
            </a:xfrm>
            <a:prstGeom prst="rect">
              <a:avLst/>
            </a:prstGeom>
            <a:ln w="12700">
              <a:miter lim="400000"/>
            </a:ln>
          </p:spPr>
        </p:pic>
        <p:pic>
          <p:nvPicPr>
            <p:cNvPr id="355" name="Google Shape;289;p4" descr="Google Shape;289;p4"/>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3919944" y="8668011"/>
              <a:ext cx="2182398" cy="394855"/>
            </a:xfrm>
            <a:prstGeom prst="rect">
              <a:avLst/>
            </a:prstGeom>
            <a:ln w="12700">
              <a:miter lim="400000"/>
            </a:ln>
          </p:spPr>
        </p:pic>
        <p:pic>
          <p:nvPicPr>
            <p:cNvPr id="356" name="Google Shape;290;p4" descr="Google Shape;290;p4"/>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4107212" y="10107516"/>
              <a:ext cx="1807862" cy="747250"/>
            </a:xfrm>
            <a:prstGeom prst="rect">
              <a:avLst/>
            </a:prstGeom>
            <a:ln w="12700">
              <a:miter lim="400000"/>
            </a:ln>
          </p:spPr>
        </p:pic>
      </p:grpSp>
      <p:pic>
        <p:nvPicPr>
          <p:cNvPr id="357" name="Google Shape;281;p4" descr="Google Shape;281;p4"/>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311123" y="4120482"/>
            <a:ext cx="685621" cy="269149"/>
          </a:xfrm>
          <a:prstGeom prst="rect">
            <a:avLst/>
          </a:prstGeom>
          <a:ln w="12700">
            <a:miter lim="400000"/>
          </a:ln>
        </p:spPr>
      </p:pic>
      <p:pic>
        <p:nvPicPr>
          <p:cNvPr id="358" name="Google Shape;282;p4" descr="Google Shape;282;p4"/>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8311123" y="4946284"/>
            <a:ext cx="685621" cy="168307"/>
          </a:xfrm>
          <a:prstGeom prst="rect">
            <a:avLst/>
          </a:prstGeom>
          <a:ln w="12700">
            <a:miter lim="400000"/>
          </a:ln>
        </p:spPr>
      </p:pic>
      <p:pic>
        <p:nvPicPr>
          <p:cNvPr id="359" name="Google Shape;283;p4" descr="Google Shape;283;p4"/>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8202086" y="5284384"/>
            <a:ext cx="903695" cy="217065"/>
          </a:xfrm>
          <a:prstGeom prst="rect">
            <a:avLst/>
          </a:prstGeom>
          <a:ln w="12700">
            <a:miter lim="400000"/>
          </a:ln>
        </p:spPr>
      </p:pic>
      <p:pic>
        <p:nvPicPr>
          <p:cNvPr id="360" name="Google Shape;284;p4" descr="Google Shape;284;p4"/>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8311123" y="5671242"/>
            <a:ext cx="685621" cy="179838"/>
          </a:xfrm>
          <a:prstGeom prst="rect">
            <a:avLst/>
          </a:prstGeom>
          <a:ln w="12700">
            <a:miter lim="400000"/>
          </a:ln>
        </p:spPr>
      </p:pic>
      <p:pic>
        <p:nvPicPr>
          <p:cNvPr id="361" name="Google Shape;285;p4" descr="Google Shape;285;p4"/>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8274068" y="4559426"/>
            <a:ext cx="759730" cy="217065"/>
          </a:xfrm>
          <a:prstGeom prst="rect">
            <a:avLst/>
          </a:prstGeom>
          <a:ln w="12700">
            <a:miter lim="400000"/>
          </a:ln>
        </p:spPr>
      </p:pic>
      <p:pic>
        <p:nvPicPr>
          <p:cNvPr id="362" name="Google Shape;287;p4" descr="Google Shape;287;p4"/>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10225149" y="4175404"/>
            <a:ext cx="1808565" cy="211074"/>
          </a:xfrm>
          <a:prstGeom prst="rect">
            <a:avLst/>
          </a:prstGeom>
          <a:ln w="12700">
            <a:miter lim="400000"/>
          </a:ln>
        </p:spPr>
      </p:pic>
      <p:sp>
        <p:nvSpPr>
          <p:cNvPr id="363" name="BELL"/>
          <p:cNvSpPr txBox="1"/>
          <p:nvPr/>
        </p:nvSpPr>
        <p:spPr>
          <a:xfrm>
            <a:off x="524985" y="1388891"/>
            <a:ext cx="1527875" cy="4044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43" tIns="22843" rIns="22843" bIns="22843" anchor="ctr"/>
          <a:lstStyle>
            <a:lvl1pPr defTabSz="914400">
              <a:lnSpc>
                <a:spcPct val="100000"/>
              </a:lnSpc>
              <a:spcBef>
                <a:spcPts val="0"/>
              </a:spcBef>
              <a:defRPr sz="4000">
                <a:solidFill>
                  <a:srgbClr val="102F54"/>
                </a:solidFill>
                <a:latin typeface="Impact"/>
                <a:ea typeface="Impact"/>
                <a:cs typeface="Impact"/>
                <a:sym typeface="Impact"/>
              </a:defRPr>
            </a:lvl1pPr>
          </a:lstStyle>
          <a:p>
            <a:pPr algn="ctr"/>
            <a:r>
              <a:rPr sz="2000" dirty="0">
                <a:solidFill>
                  <a:srgbClr val="003070"/>
                </a:solidFill>
              </a:rPr>
              <a:t>BELL</a:t>
            </a:r>
          </a:p>
        </p:txBody>
      </p:sp>
      <p:sp>
        <p:nvSpPr>
          <p:cNvPr id="5" name="Rectangle 4">
            <a:extLst>
              <a:ext uri="{FF2B5EF4-FFF2-40B4-BE49-F238E27FC236}">
                <a16:creationId xmlns:a16="http://schemas.microsoft.com/office/drawing/2014/main" id="{1EAB4F9D-0CD0-A4E9-818C-688561D24B39}"/>
              </a:ext>
            </a:extLst>
          </p:cNvPr>
          <p:cNvSpPr/>
          <p:nvPr/>
        </p:nvSpPr>
        <p:spPr>
          <a:xfrm>
            <a:off x="5129448" y="1314486"/>
            <a:ext cx="2181782" cy="2663931"/>
          </a:xfrm>
          <a:prstGeom prst="rect">
            <a:avLst/>
          </a:prstGeom>
          <a:solidFill>
            <a:srgbClr val="6D6E71"/>
          </a:solidFill>
          <a:ln w="12700" cap="flat">
            <a:solidFill>
              <a:schemeClr val="bg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393" tIns="25393" rIns="25393" bIns="25393" numCol="1" spcCol="38100" rtlCol="0" anchor="ctr">
            <a:spAutoFit/>
          </a:bodyPr>
          <a:lstStyle/>
          <a:p>
            <a:pPr algn="ctr" defTabSz="412653"/>
            <a:endParaRPr lang="en-US" sz="1600">
              <a:solidFill>
                <a:srgbClr val="FFFFFF"/>
              </a:solidFill>
              <a:latin typeface="Helvetica Neue Medium"/>
              <a:ea typeface="Helvetica Neue Medium"/>
              <a:cs typeface="Helvetica Neue Medium"/>
              <a:sym typeface="Helvetica Neue Medium"/>
            </a:endParaRPr>
          </a:p>
        </p:txBody>
      </p:sp>
      <p:sp>
        <p:nvSpPr>
          <p:cNvPr id="364" name="TEXTRON AVIATION"/>
          <p:cNvSpPr txBox="1"/>
          <p:nvPr/>
        </p:nvSpPr>
        <p:spPr>
          <a:xfrm>
            <a:off x="2504919" y="1414163"/>
            <a:ext cx="2483060" cy="353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43" tIns="22843" rIns="22843" bIns="22843" anchor="ctr">
            <a:spAutoFit/>
          </a:bodyPr>
          <a:lstStyle>
            <a:lvl1pPr defTabSz="914400">
              <a:lnSpc>
                <a:spcPct val="100000"/>
              </a:lnSpc>
              <a:spcBef>
                <a:spcPts val="0"/>
              </a:spcBef>
              <a:defRPr sz="4000">
                <a:solidFill>
                  <a:srgbClr val="102F54"/>
                </a:solidFill>
                <a:latin typeface="Impact"/>
                <a:ea typeface="Impact"/>
                <a:cs typeface="Impact"/>
                <a:sym typeface="Impact"/>
              </a:defRPr>
            </a:lvl1pPr>
          </a:lstStyle>
          <a:p>
            <a:pPr algn="ctr"/>
            <a:r>
              <a:rPr sz="2000" dirty="0">
                <a:solidFill>
                  <a:srgbClr val="003070"/>
                </a:solidFill>
              </a:rPr>
              <a:t>TEXTRON AVIATION</a:t>
            </a:r>
          </a:p>
        </p:txBody>
      </p:sp>
      <p:sp>
        <p:nvSpPr>
          <p:cNvPr id="365" name="TEXTRON SYSTEMS"/>
          <p:cNvSpPr txBox="1"/>
          <p:nvPr/>
        </p:nvSpPr>
        <p:spPr>
          <a:xfrm>
            <a:off x="5095828" y="1414163"/>
            <a:ext cx="2264615" cy="353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43" tIns="22843" rIns="22843" bIns="22843" anchor="ctr">
            <a:spAutoFit/>
          </a:bodyPr>
          <a:lstStyle>
            <a:lvl1pPr algn="ctr" defTabSz="914400">
              <a:lnSpc>
                <a:spcPct val="100000"/>
              </a:lnSpc>
              <a:spcBef>
                <a:spcPts val="0"/>
              </a:spcBef>
              <a:defRPr sz="4000">
                <a:solidFill>
                  <a:srgbClr val="102F54"/>
                </a:solidFill>
                <a:latin typeface="Impact"/>
                <a:ea typeface="Impact"/>
                <a:cs typeface="Impact"/>
                <a:sym typeface="Impact"/>
              </a:defRPr>
            </a:lvl1pPr>
          </a:lstStyle>
          <a:p>
            <a:r>
              <a:rPr sz="2000" dirty="0">
                <a:solidFill>
                  <a:srgbClr val="F8F9F2"/>
                </a:solidFill>
              </a:rPr>
              <a:t>TEXTRON SYSTEMS</a:t>
            </a:r>
          </a:p>
        </p:txBody>
      </p:sp>
      <p:sp>
        <p:nvSpPr>
          <p:cNvPr id="366" name="INDUSTRIAL"/>
          <p:cNvSpPr txBox="1"/>
          <p:nvPr/>
        </p:nvSpPr>
        <p:spPr>
          <a:xfrm>
            <a:off x="7949168" y="1414163"/>
            <a:ext cx="1449997" cy="353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43" tIns="22843" rIns="22843" bIns="22843" anchor="ctr">
            <a:spAutoFit/>
          </a:bodyPr>
          <a:lstStyle>
            <a:lvl1pPr defTabSz="914400">
              <a:lnSpc>
                <a:spcPct val="100000"/>
              </a:lnSpc>
              <a:spcBef>
                <a:spcPts val="0"/>
              </a:spcBef>
              <a:defRPr sz="4000">
                <a:solidFill>
                  <a:srgbClr val="102F54"/>
                </a:solidFill>
                <a:latin typeface="Impact"/>
                <a:ea typeface="Impact"/>
                <a:cs typeface="Impact"/>
                <a:sym typeface="Impact"/>
              </a:defRPr>
            </a:lvl1pPr>
          </a:lstStyle>
          <a:p>
            <a:pPr algn="ctr"/>
            <a:r>
              <a:rPr sz="2000" dirty="0">
                <a:solidFill>
                  <a:srgbClr val="003070"/>
                </a:solidFill>
              </a:rPr>
              <a:t>INDUSTRIAL</a:t>
            </a:r>
          </a:p>
        </p:txBody>
      </p:sp>
      <p:sp>
        <p:nvSpPr>
          <p:cNvPr id="367" name="FINANCE"/>
          <p:cNvSpPr txBox="1"/>
          <p:nvPr/>
        </p:nvSpPr>
        <p:spPr>
          <a:xfrm>
            <a:off x="10545621" y="1414162"/>
            <a:ext cx="1167621" cy="353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43" tIns="22843" rIns="22843" bIns="22843" anchor="ctr">
            <a:spAutoFit/>
          </a:bodyPr>
          <a:lstStyle>
            <a:lvl1pPr defTabSz="914400">
              <a:lnSpc>
                <a:spcPct val="100000"/>
              </a:lnSpc>
              <a:spcBef>
                <a:spcPts val="0"/>
              </a:spcBef>
              <a:defRPr sz="4000">
                <a:solidFill>
                  <a:srgbClr val="102F54"/>
                </a:solidFill>
                <a:latin typeface="Impact"/>
                <a:ea typeface="Impact"/>
                <a:cs typeface="Impact"/>
                <a:sym typeface="Impact"/>
              </a:defRPr>
            </a:lvl1pPr>
          </a:lstStyle>
          <a:p>
            <a:pPr algn="ctr"/>
            <a:r>
              <a:rPr sz="2000" dirty="0">
                <a:solidFill>
                  <a:srgbClr val="003070"/>
                </a:solidFill>
              </a:rPr>
              <a:t>FINANCE</a:t>
            </a:r>
          </a:p>
        </p:txBody>
      </p:sp>
      <p:pic>
        <p:nvPicPr>
          <p:cNvPr id="346" name="Google Shape;266;p4" descr="Google Shape;266;p4"/>
          <p:cNvPicPr>
            <a:picLocks noChangeAspect="1"/>
          </p:cNvPicPr>
          <p:nvPr/>
        </p:nvPicPr>
        <p:blipFill>
          <a:blip r:embed="rId20" cstate="email">
            <a:extLst>
              <a:ext uri="{28A0092B-C50C-407E-A947-70E740481C1C}">
                <a14:useLocalDpi xmlns:a14="http://schemas.microsoft.com/office/drawing/2010/main"/>
              </a:ext>
            </a:extLst>
          </a:blip>
          <a:srcRect/>
          <a:stretch/>
        </p:blipFill>
        <p:spPr>
          <a:xfrm>
            <a:off x="5229569" y="1841900"/>
            <a:ext cx="1981540" cy="1980684"/>
          </a:xfrm>
          <a:prstGeom prst="rect">
            <a:avLst/>
          </a:prstGeom>
          <a:ln w="38100">
            <a:solidFill>
              <a:schemeClr val="bg1">
                <a:lumMod val="75000"/>
              </a:schemeClr>
            </a:solidFill>
            <a:miter lim="400000"/>
          </a:ln>
        </p:spPr>
      </p:pic>
      <p:cxnSp>
        <p:nvCxnSpPr>
          <p:cNvPr id="9" name="Straight Connector 8">
            <a:extLst>
              <a:ext uri="{FF2B5EF4-FFF2-40B4-BE49-F238E27FC236}">
                <a16:creationId xmlns:a16="http://schemas.microsoft.com/office/drawing/2014/main" id="{E43553B6-4BB1-ECCA-008A-29719E645C9A}"/>
              </a:ext>
            </a:extLst>
          </p:cNvPr>
          <p:cNvCxnSpPr>
            <a:cxnSpLocks/>
          </p:cNvCxnSpPr>
          <p:nvPr/>
        </p:nvCxnSpPr>
        <p:spPr>
          <a:xfrm>
            <a:off x="5014371" y="5988653"/>
            <a:ext cx="2384490" cy="0"/>
          </a:xfrm>
          <a:prstGeom prst="line">
            <a:avLst/>
          </a:prstGeom>
          <a:noFill/>
          <a:ln w="15875" cap="flat">
            <a:solidFill>
              <a:srgbClr val="4AC9EF"/>
            </a:solidFill>
            <a:prstDash val="solid"/>
            <a:miter lim="400000"/>
          </a:ln>
          <a:effectLst/>
          <a:sp3d/>
        </p:spPr>
        <p:style>
          <a:lnRef idx="0">
            <a:scrgbClr r="0" g="0" b="0"/>
          </a:lnRef>
          <a:fillRef idx="0">
            <a:scrgbClr r="0" g="0" b="0"/>
          </a:fillRef>
          <a:effectRef idx="0">
            <a:scrgbClr r="0" g="0" b="0"/>
          </a:effectRef>
          <a:fontRef idx="none"/>
        </p:style>
      </p:cxnSp>
      <p:cxnSp>
        <p:nvCxnSpPr>
          <p:cNvPr id="11" name="Straight Connector 10">
            <a:extLst>
              <a:ext uri="{FF2B5EF4-FFF2-40B4-BE49-F238E27FC236}">
                <a16:creationId xmlns:a16="http://schemas.microsoft.com/office/drawing/2014/main" id="{F6B22CC5-9653-5003-B8AC-6B15D2B16F0D}"/>
              </a:ext>
            </a:extLst>
          </p:cNvPr>
          <p:cNvCxnSpPr>
            <a:cxnSpLocks/>
          </p:cNvCxnSpPr>
          <p:nvPr/>
        </p:nvCxnSpPr>
        <p:spPr>
          <a:xfrm>
            <a:off x="5229571" y="1194222"/>
            <a:ext cx="2169290" cy="0"/>
          </a:xfrm>
          <a:prstGeom prst="line">
            <a:avLst/>
          </a:prstGeom>
          <a:noFill/>
          <a:ln w="15875" cap="flat">
            <a:solidFill>
              <a:srgbClr val="4AC9EF"/>
            </a:solidFill>
            <a:prstDash val="solid"/>
            <a:miter lim="400000"/>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D373DA07-1EB7-1E47-5A09-B9CBF77E5475}"/>
              </a:ext>
            </a:extLst>
          </p:cNvPr>
          <p:cNvCxnSpPr>
            <a:cxnSpLocks/>
          </p:cNvCxnSpPr>
          <p:nvPr/>
        </p:nvCxnSpPr>
        <p:spPr>
          <a:xfrm>
            <a:off x="7398859" y="1198761"/>
            <a:ext cx="24" cy="4799350"/>
          </a:xfrm>
          <a:prstGeom prst="line">
            <a:avLst/>
          </a:prstGeom>
          <a:noFill/>
          <a:ln w="15875" cap="flat">
            <a:solidFill>
              <a:srgbClr val="4AC9EF"/>
            </a:solidFill>
            <a:prstDash val="solid"/>
            <a:miter lim="400000"/>
          </a:ln>
          <a:effectLst/>
          <a:sp3d/>
        </p:spPr>
        <p:style>
          <a:lnRef idx="0">
            <a:scrgbClr r="0" g="0" b="0"/>
          </a:lnRef>
          <a:fillRef idx="0">
            <a:scrgbClr r="0" g="0" b="0"/>
          </a:fillRef>
          <a:effectRef idx="0">
            <a:scrgbClr r="0" g="0" b="0"/>
          </a:effectRef>
          <a:fontRef idx="none"/>
        </p:style>
      </p:cxnSp>
      <p:cxnSp>
        <p:nvCxnSpPr>
          <p:cNvPr id="16" name="Straight Connector 15">
            <a:extLst>
              <a:ext uri="{FF2B5EF4-FFF2-40B4-BE49-F238E27FC236}">
                <a16:creationId xmlns:a16="http://schemas.microsoft.com/office/drawing/2014/main" id="{B47AA0D2-3692-2E90-955C-B2DEFE57BFB6}"/>
              </a:ext>
            </a:extLst>
          </p:cNvPr>
          <p:cNvCxnSpPr>
            <a:cxnSpLocks/>
          </p:cNvCxnSpPr>
          <p:nvPr/>
        </p:nvCxnSpPr>
        <p:spPr>
          <a:xfrm>
            <a:off x="5015106" y="1766323"/>
            <a:ext cx="0" cy="4231788"/>
          </a:xfrm>
          <a:prstGeom prst="line">
            <a:avLst/>
          </a:prstGeom>
          <a:noFill/>
          <a:ln w="15875" cap="flat">
            <a:solidFill>
              <a:srgbClr val="4AC9EF"/>
            </a:solidFill>
            <a:prstDash val="solid"/>
            <a:miter lim="400000"/>
          </a:ln>
          <a:effectLst/>
          <a:sp3d/>
        </p:spPr>
        <p:style>
          <a:lnRef idx="0">
            <a:scrgbClr r="0" g="0" b="0"/>
          </a:lnRef>
          <a:fillRef idx="0">
            <a:scrgbClr r="0" g="0" b="0"/>
          </a:fillRef>
          <a:effectRef idx="0">
            <a:scrgbClr r="0" g="0" b="0"/>
          </a:effectRef>
          <a:fontRef idx="none"/>
        </p:style>
      </p:cxnSp>
      <p:pic>
        <p:nvPicPr>
          <p:cNvPr id="4" name="Image" descr="Image">
            <a:extLst>
              <a:ext uri="{FF2B5EF4-FFF2-40B4-BE49-F238E27FC236}">
                <a16:creationId xmlns:a16="http://schemas.microsoft.com/office/drawing/2014/main" id="{09032D95-EC6F-FD3B-56CA-5AD910923CB0}"/>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4939505" y="1179978"/>
            <a:ext cx="150248" cy="404452"/>
          </a:xfrm>
          <a:prstGeom prst="rect">
            <a:avLst/>
          </a:prstGeom>
          <a:ln w="12700">
            <a:miter lim="400000"/>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30A4046-2A64-7D33-5B9C-7D78B65955E2}"/>
              </a:ext>
            </a:extLst>
          </p:cNvPr>
          <p:cNvSpPr>
            <a:spLocks noGrp="1"/>
          </p:cNvSpPr>
          <p:nvPr>
            <p:ph type="body" sz="quarter" idx="21"/>
          </p:nvPr>
        </p:nvSpPr>
        <p:spPr/>
        <p:txBody>
          <a:bodyPr/>
          <a:lstStyle/>
          <a:p>
            <a:r>
              <a:rPr lang="en-US" dirty="0"/>
              <a:t>MAINTENANCE AND RELIABILITY</a:t>
            </a:r>
          </a:p>
        </p:txBody>
      </p:sp>
      <p:sp>
        <p:nvSpPr>
          <p:cNvPr id="6" name="Content Placeholder 5">
            <a:extLst>
              <a:ext uri="{FF2B5EF4-FFF2-40B4-BE49-F238E27FC236}">
                <a16:creationId xmlns:a16="http://schemas.microsoft.com/office/drawing/2014/main" id="{C3E87AD0-2673-35B7-F4BE-AD74D0395693}"/>
              </a:ext>
            </a:extLst>
          </p:cNvPr>
          <p:cNvSpPr>
            <a:spLocks noGrp="1"/>
          </p:cNvSpPr>
          <p:nvPr>
            <p:ph sz="quarter" idx="22"/>
          </p:nvPr>
        </p:nvSpPr>
        <p:spPr/>
        <p:txBody>
          <a:bodyPr/>
          <a:lstStyle/>
          <a:p>
            <a:pPr lvl="1"/>
            <a:r>
              <a:rPr lang="en-US" dirty="0"/>
              <a:t>Drone for Roof and Gutter inspections </a:t>
            </a:r>
          </a:p>
          <a:p>
            <a:pPr lvl="2"/>
            <a:r>
              <a:rPr lang="en-US" dirty="0"/>
              <a:t>DJI Mavic Mini 4</a:t>
            </a:r>
          </a:p>
          <a:p>
            <a:pPr lvl="2"/>
            <a:r>
              <a:rPr lang="en-US" dirty="0"/>
              <a:t>Security approval </a:t>
            </a:r>
          </a:p>
          <a:p>
            <a:pPr lvl="2"/>
            <a:r>
              <a:rPr lang="en-US" dirty="0"/>
              <a:t>Safety reduction</a:t>
            </a:r>
          </a:p>
          <a:p>
            <a:pPr lvl="2"/>
            <a:r>
              <a:rPr lang="en-US" dirty="0"/>
              <a:t>Efficiency </a:t>
            </a:r>
          </a:p>
          <a:p>
            <a:pPr marL="344487" lvl="2" indent="0">
              <a:buNone/>
            </a:pPr>
            <a:endParaRPr lang="en-US" dirty="0"/>
          </a:p>
          <a:p>
            <a:pPr lvl="1"/>
            <a:r>
              <a:rPr lang="en-US" dirty="0" err="1"/>
              <a:t>iMaint</a:t>
            </a:r>
            <a:r>
              <a:rPr lang="en-US" dirty="0"/>
              <a:t> inventory systems – adding barcodes</a:t>
            </a:r>
          </a:p>
          <a:p>
            <a:pPr lvl="2"/>
            <a:r>
              <a:rPr lang="en-US" dirty="0"/>
              <a:t>SQL based system</a:t>
            </a:r>
          </a:p>
          <a:p>
            <a:pPr lvl="2"/>
            <a:r>
              <a:rPr lang="en-US" dirty="0"/>
              <a:t>Equipment, asset numbers, part numbers, </a:t>
            </a:r>
            <a:r>
              <a:rPr lang="en-US" dirty="0" err="1"/>
              <a:t>etc</a:t>
            </a:r>
            <a:endParaRPr lang="en-US" dirty="0"/>
          </a:p>
          <a:p>
            <a:pPr lvl="2"/>
            <a:endParaRPr lang="en-US" dirty="0"/>
          </a:p>
          <a:p>
            <a:pPr lvl="1"/>
            <a:r>
              <a:rPr lang="en-US" dirty="0"/>
              <a:t>Sprinkler systems</a:t>
            </a:r>
          </a:p>
          <a:p>
            <a:pPr lvl="1"/>
            <a:endParaRPr lang="en-US" dirty="0"/>
          </a:p>
          <a:p>
            <a:pPr lvl="1"/>
            <a:r>
              <a:rPr lang="en-US" dirty="0"/>
              <a:t>Equipment location </a:t>
            </a:r>
          </a:p>
          <a:p>
            <a:pPr lvl="2"/>
            <a:r>
              <a:rPr lang="en-US" dirty="0"/>
              <a:t>Moving plasma cutter, forklift parking spots </a:t>
            </a:r>
          </a:p>
        </p:txBody>
      </p:sp>
      <p:sp>
        <p:nvSpPr>
          <p:cNvPr id="7" name="Text Placeholder 6">
            <a:extLst>
              <a:ext uri="{FF2B5EF4-FFF2-40B4-BE49-F238E27FC236}">
                <a16:creationId xmlns:a16="http://schemas.microsoft.com/office/drawing/2014/main" id="{434A7F5C-4C1A-0B62-E854-D7BE40E94EB1}"/>
              </a:ext>
            </a:extLst>
          </p:cNvPr>
          <p:cNvSpPr>
            <a:spLocks noGrp="1"/>
          </p:cNvSpPr>
          <p:nvPr>
            <p:ph type="body" sz="quarter" idx="23"/>
          </p:nvPr>
        </p:nvSpPr>
        <p:spPr/>
        <p:txBody>
          <a:bodyPr/>
          <a:lstStyle/>
          <a:p>
            <a:r>
              <a:rPr lang="en-US" dirty="0"/>
              <a:t>projects</a:t>
            </a:r>
          </a:p>
        </p:txBody>
      </p:sp>
      <p:pic>
        <p:nvPicPr>
          <p:cNvPr id="3074" name="Picture 2" descr="DJI Mavic 3 Multispectral">
            <a:extLst>
              <a:ext uri="{FF2B5EF4-FFF2-40B4-BE49-F238E27FC236}">
                <a16:creationId xmlns:a16="http://schemas.microsoft.com/office/drawing/2014/main" id="{BA8F0960-56A9-6963-A1D3-FDB85ECE9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2485" y="966336"/>
            <a:ext cx="4263894" cy="239851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PSI iMaint Review 2024 Pricing, Features, Shortcomings">
            <a:extLst>
              <a:ext uri="{FF2B5EF4-FFF2-40B4-BE49-F238E27FC236}">
                <a16:creationId xmlns:a16="http://schemas.microsoft.com/office/drawing/2014/main" id="{34FBE2A7-3FD4-FCAB-EC42-137735836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2640" y="3364846"/>
            <a:ext cx="2398510" cy="2398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266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1E93-F7CC-D930-A383-C81ED1F3737C}"/>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E1E276D-9C1A-A079-630F-36BF6B9F692A}"/>
              </a:ext>
            </a:extLst>
          </p:cNvPr>
          <p:cNvSpPr>
            <a:spLocks noGrp="1"/>
          </p:cNvSpPr>
          <p:nvPr>
            <p:ph type="body" sz="quarter" idx="21"/>
          </p:nvPr>
        </p:nvSpPr>
        <p:spPr/>
        <p:txBody>
          <a:bodyPr/>
          <a:lstStyle/>
          <a:p>
            <a:r>
              <a:rPr lang="en-US" dirty="0"/>
              <a:t>MANUFACTURING</a:t>
            </a:r>
          </a:p>
        </p:txBody>
      </p:sp>
      <p:sp>
        <p:nvSpPr>
          <p:cNvPr id="6" name="Content Placeholder 5">
            <a:extLst>
              <a:ext uri="{FF2B5EF4-FFF2-40B4-BE49-F238E27FC236}">
                <a16:creationId xmlns:a16="http://schemas.microsoft.com/office/drawing/2014/main" id="{CA7FE3D8-BEA5-C530-8860-C3411B7DCDBC}"/>
              </a:ext>
            </a:extLst>
          </p:cNvPr>
          <p:cNvSpPr>
            <a:spLocks noGrp="1"/>
          </p:cNvSpPr>
          <p:nvPr>
            <p:ph sz="quarter" idx="22"/>
          </p:nvPr>
        </p:nvSpPr>
        <p:spPr/>
        <p:txBody>
          <a:bodyPr/>
          <a:lstStyle/>
          <a:p>
            <a:pPr lvl="1"/>
            <a:r>
              <a:rPr lang="en-US" sz="2000" dirty="0"/>
              <a:t>Weld Table improvements</a:t>
            </a:r>
          </a:p>
          <a:p>
            <a:pPr lvl="2"/>
            <a:r>
              <a:rPr lang="en-US" sz="1800" dirty="0"/>
              <a:t>Cost Analysis / Labor Savings</a:t>
            </a:r>
          </a:p>
          <a:p>
            <a:pPr lvl="2"/>
            <a:r>
              <a:rPr lang="en-US" sz="1800" dirty="0"/>
              <a:t>Ergonomics</a:t>
            </a:r>
          </a:p>
          <a:p>
            <a:pPr lvl="2"/>
            <a:r>
              <a:rPr lang="en-US" sz="1800" dirty="0"/>
              <a:t>4-blocker</a:t>
            </a:r>
          </a:p>
        </p:txBody>
      </p:sp>
      <p:sp>
        <p:nvSpPr>
          <p:cNvPr id="7" name="Text Placeholder 6">
            <a:extLst>
              <a:ext uri="{FF2B5EF4-FFF2-40B4-BE49-F238E27FC236}">
                <a16:creationId xmlns:a16="http://schemas.microsoft.com/office/drawing/2014/main" id="{491414AF-B0AC-6375-5E11-A9D34BF116F7}"/>
              </a:ext>
            </a:extLst>
          </p:cNvPr>
          <p:cNvSpPr>
            <a:spLocks noGrp="1"/>
          </p:cNvSpPr>
          <p:nvPr>
            <p:ph type="body" sz="quarter" idx="23"/>
          </p:nvPr>
        </p:nvSpPr>
        <p:spPr/>
        <p:txBody>
          <a:bodyPr/>
          <a:lstStyle/>
          <a:p>
            <a:r>
              <a:rPr lang="en-US" dirty="0"/>
              <a:t>projects</a:t>
            </a:r>
          </a:p>
        </p:txBody>
      </p:sp>
      <p:pic>
        <p:nvPicPr>
          <p:cNvPr id="4098" name="Picture 2" descr="Man welding floor hi-res stock photography and images - Alamy">
            <a:extLst>
              <a:ext uri="{FF2B5EF4-FFF2-40B4-BE49-F238E27FC236}">
                <a16:creationId xmlns:a16="http://schemas.microsoft.com/office/drawing/2014/main" id="{4C520186-AC3B-56D4-9CC7-E64783C32B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056"/>
          <a:stretch/>
        </p:blipFill>
        <p:spPr bwMode="auto">
          <a:xfrm>
            <a:off x="794745" y="3555152"/>
            <a:ext cx="3932238" cy="260111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 Step-by-Step Guide to the REBA Assessment Tool">
            <a:extLst>
              <a:ext uri="{FF2B5EF4-FFF2-40B4-BE49-F238E27FC236}">
                <a16:creationId xmlns:a16="http://schemas.microsoft.com/office/drawing/2014/main" id="{44526AC6-A713-C65A-A930-38BEC4338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8272" y="773971"/>
            <a:ext cx="6652754" cy="5139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660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D0FC-48BD-091B-C1B9-9E6425C8B05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2175EEFE-C3C3-2A65-6FB0-BF1AE0E81302}"/>
              </a:ext>
            </a:extLst>
          </p:cNvPr>
          <p:cNvSpPr>
            <a:spLocks noGrp="1"/>
          </p:cNvSpPr>
          <p:nvPr>
            <p:ph type="body" sz="quarter" idx="21"/>
          </p:nvPr>
        </p:nvSpPr>
        <p:spPr/>
        <p:txBody>
          <a:bodyPr/>
          <a:lstStyle/>
          <a:p>
            <a:r>
              <a:rPr lang="en-US" dirty="0"/>
              <a:t>MANUFACTURING</a:t>
            </a:r>
          </a:p>
        </p:txBody>
      </p:sp>
      <p:sp>
        <p:nvSpPr>
          <p:cNvPr id="6" name="Content Placeholder 5">
            <a:extLst>
              <a:ext uri="{FF2B5EF4-FFF2-40B4-BE49-F238E27FC236}">
                <a16:creationId xmlns:a16="http://schemas.microsoft.com/office/drawing/2014/main" id="{026DDDF7-F5E4-DB7E-293F-5DFAC8E94C09}"/>
              </a:ext>
            </a:extLst>
          </p:cNvPr>
          <p:cNvSpPr>
            <a:spLocks noGrp="1"/>
          </p:cNvSpPr>
          <p:nvPr>
            <p:ph sz="quarter" idx="22"/>
          </p:nvPr>
        </p:nvSpPr>
        <p:spPr>
          <a:xfrm>
            <a:off x="388905" y="1468709"/>
            <a:ext cx="11158538" cy="4106409"/>
          </a:xfrm>
        </p:spPr>
        <p:txBody>
          <a:bodyPr/>
          <a:lstStyle/>
          <a:p>
            <a:pPr marL="344487" lvl="2" indent="0">
              <a:buNone/>
            </a:pPr>
            <a:endParaRPr lang="en-US" sz="1800" dirty="0"/>
          </a:p>
          <a:p>
            <a:pPr lvl="1"/>
            <a:r>
              <a:rPr lang="en-US" sz="2000" dirty="0"/>
              <a:t>Facility Map</a:t>
            </a:r>
          </a:p>
          <a:p>
            <a:pPr lvl="2"/>
            <a:r>
              <a:rPr lang="en-US" sz="1800" dirty="0" err="1"/>
              <a:t>AutoCad</a:t>
            </a:r>
            <a:r>
              <a:rPr lang="en-US" sz="1800" dirty="0"/>
              <a:t> introduction</a:t>
            </a:r>
          </a:p>
          <a:p>
            <a:pPr lvl="2"/>
            <a:r>
              <a:rPr lang="en-US" sz="1800" dirty="0"/>
              <a:t>Ease of use, accessibility </a:t>
            </a:r>
          </a:p>
          <a:p>
            <a:pPr lvl="2"/>
            <a:r>
              <a:rPr lang="en-US" sz="1800" dirty="0"/>
              <a:t>Important for tracking digital footprint</a:t>
            </a:r>
          </a:p>
          <a:p>
            <a:pPr lvl="2"/>
            <a:r>
              <a:rPr lang="en-US" sz="1800" dirty="0"/>
              <a:t>Determining space constraints </a:t>
            </a:r>
          </a:p>
        </p:txBody>
      </p:sp>
      <p:sp>
        <p:nvSpPr>
          <p:cNvPr id="7" name="Text Placeholder 6">
            <a:extLst>
              <a:ext uri="{FF2B5EF4-FFF2-40B4-BE49-F238E27FC236}">
                <a16:creationId xmlns:a16="http://schemas.microsoft.com/office/drawing/2014/main" id="{3E770797-CCB0-DBE3-E950-2CEFB9A0B8E5}"/>
              </a:ext>
            </a:extLst>
          </p:cNvPr>
          <p:cNvSpPr>
            <a:spLocks noGrp="1"/>
          </p:cNvSpPr>
          <p:nvPr>
            <p:ph type="body" sz="quarter" idx="23"/>
          </p:nvPr>
        </p:nvSpPr>
        <p:spPr/>
        <p:txBody>
          <a:bodyPr/>
          <a:lstStyle/>
          <a:p>
            <a:r>
              <a:rPr lang="en-US" dirty="0"/>
              <a:t>projects</a:t>
            </a:r>
          </a:p>
        </p:txBody>
      </p:sp>
      <p:pic>
        <p:nvPicPr>
          <p:cNvPr id="4102" name="Picture 6" descr="Discover 10 Auto Cad 2d Map and graphic design services ideas | service  design, how to plan, autocad and more">
            <a:extLst>
              <a:ext uri="{FF2B5EF4-FFF2-40B4-BE49-F238E27FC236}">
                <a16:creationId xmlns:a16="http://schemas.microsoft.com/office/drawing/2014/main" id="{37F0231A-BB0D-6647-526D-A008830591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718" y="632778"/>
            <a:ext cx="5512964" cy="494234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erial view of a building and a river&#10;&#10;Description automatically generated">
            <a:extLst>
              <a:ext uri="{FF2B5EF4-FFF2-40B4-BE49-F238E27FC236}">
                <a16:creationId xmlns:a16="http://schemas.microsoft.com/office/drawing/2014/main" id="{9560098A-BC03-9991-A4DD-6176201B9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756" y="3638076"/>
            <a:ext cx="5100418" cy="3089676"/>
          </a:xfrm>
          <a:prstGeom prst="rect">
            <a:avLst/>
          </a:prstGeom>
        </p:spPr>
      </p:pic>
    </p:spTree>
    <p:extLst>
      <p:ext uri="{BB962C8B-B14F-4D97-AF65-F5344CB8AC3E}">
        <p14:creationId xmlns:p14="http://schemas.microsoft.com/office/powerpoint/2010/main" val="433679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A2346-1AA5-B30B-7057-56AD0ECE614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C53D29F8-6251-3B66-B092-FCB33453EA50}"/>
              </a:ext>
            </a:extLst>
          </p:cNvPr>
          <p:cNvSpPr>
            <a:spLocks noGrp="1"/>
          </p:cNvSpPr>
          <p:nvPr>
            <p:ph type="body" sz="quarter" idx="21"/>
          </p:nvPr>
        </p:nvSpPr>
        <p:spPr/>
        <p:txBody>
          <a:bodyPr/>
          <a:lstStyle/>
          <a:p>
            <a:r>
              <a:rPr lang="en-US" dirty="0"/>
              <a:t>MANUFACTURING</a:t>
            </a:r>
          </a:p>
        </p:txBody>
      </p:sp>
      <p:sp>
        <p:nvSpPr>
          <p:cNvPr id="6" name="Content Placeholder 5">
            <a:extLst>
              <a:ext uri="{FF2B5EF4-FFF2-40B4-BE49-F238E27FC236}">
                <a16:creationId xmlns:a16="http://schemas.microsoft.com/office/drawing/2014/main" id="{AF504E97-FC79-155F-23A9-F7004D956D81}"/>
              </a:ext>
            </a:extLst>
          </p:cNvPr>
          <p:cNvSpPr>
            <a:spLocks noGrp="1"/>
          </p:cNvSpPr>
          <p:nvPr>
            <p:ph sz="quarter" idx="22"/>
          </p:nvPr>
        </p:nvSpPr>
        <p:spPr/>
        <p:txBody>
          <a:bodyPr/>
          <a:lstStyle/>
          <a:p>
            <a:pPr lvl="1"/>
            <a:r>
              <a:rPr lang="en-US" sz="2000" dirty="0"/>
              <a:t>Ops Team and Floor Team</a:t>
            </a:r>
          </a:p>
          <a:p>
            <a:pPr lvl="2"/>
            <a:r>
              <a:rPr lang="en-US" sz="1800" dirty="0"/>
              <a:t>Trello cards - daily shop floor requests</a:t>
            </a:r>
          </a:p>
          <a:p>
            <a:pPr lvl="3"/>
            <a:r>
              <a:rPr lang="en-US" sz="1600" dirty="0" err="1"/>
              <a:t>Solumina</a:t>
            </a:r>
            <a:r>
              <a:rPr lang="en-US" sz="1600" dirty="0"/>
              <a:t> </a:t>
            </a:r>
          </a:p>
          <a:p>
            <a:pPr lvl="3"/>
            <a:r>
              <a:rPr lang="en-US" sz="1600" dirty="0"/>
              <a:t>Oracle</a:t>
            </a:r>
          </a:p>
          <a:p>
            <a:pPr lvl="3"/>
            <a:r>
              <a:rPr lang="en-US" sz="1600" dirty="0"/>
              <a:t>Matrix / </a:t>
            </a:r>
            <a:r>
              <a:rPr lang="en-US" sz="1600" dirty="0" err="1"/>
              <a:t>eMatrix</a:t>
            </a:r>
            <a:endParaRPr lang="en-US" sz="1600" dirty="0"/>
          </a:p>
          <a:p>
            <a:pPr lvl="3"/>
            <a:r>
              <a:rPr lang="en-US" sz="1600" dirty="0" err="1"/>
              <a:t>Solidworks</a:t>
            </a:r>
            <a:endParaRPr lang="en-US" sz="1600" dirty="0"/>
          </a:p>
          <a:p>
            <a:pPr lvl="3"/>
            <a:r>
              <a:rPr lang="en-US" sz="1600" dirty="0"/>
              <a:t>Citrix </a:t>
            </a:r>
          </a:p>
          <a:p>
            <a:pPr lvl="3"/>
            <a:endParaRPr lang="en-US" sz="1600" dirty="0"/>
          </a:p>
          <a:p>
            <a:pPr lvl="3"/>
            <a:endParaRPr lang="en-US" sz="1600" dirty="0"/>
          </a:p>
          <a:p>
            <a:pPr lvl="1"/>
            <a:r>
              <a:rPr lang="en-US" sz="2000" dirty="0"/>
              <a:t>Resource Allocation / Material Planning</a:t>
            </a:r>
          </a:p>
          <a:p>
            <a:pPr lvl="2"/>
            <a:r>
              <a:rPr lang="en-US" sz="1800" dirty="0"/>
              <a:t>Logistics and Warehousing Department </a:t>
            </a:r>
            <a:endParaRPr lang="en-US" sz="1400" dirty="0"/>
          </a:p>
          <a:p>
            <a:pPr lvl="3"/>
            <a:r>
              <a:rPr lang="en-US" sz="1600" dirty="0"/>
              <a:t>Moving tools</a:t>
            </a:r>
          </a:p>
          <a:p>
            <a:pPr lvl="3"/>
            <a:r>
              <a:rPr lang="en-US" sz="1600" dirty="0"/>
              <a:t>Moving forklifts</a:t>
            </a:r>
          </a:p>
        </p:txBody>
      </p:sp>
      <p:sp>
        <p:nvSpPr>
          <p:cNvPr id="7" name="Text Placeholder 6">
            <a:extLst>
              <a:ext uri="{FF2B5EF4-FFF2-40B4-BE49-F238E27FC236}">
                <a16:creationId xmlns:a16="http://schemas.microsoft.com/office/drawing/2014/main" id="{897A5248-1137-5A57-C4CF-6FD2AAD559E0}"/>
              </a:ext>
            </a:extLst>
          </p:cNvPr>
          <p:cNvSpPr>
            <a:spLocks noGrp="1"/>
          </p:cNvSpPr>
          <p:nvPr>
            <p:ph type="body" sz="quarter" idx="23"/>
          </p:nvPr>
        </p:nvSpPr>
        <p:spPr/>
        <p:txBody>
          <a:bodyPr/>
          <a:lstStyle/>
          <a:p>
            <a:r>
              <a:rPr lang="en-US" dirty="0"/>
              <a:t>projects</a:t>
            </a:r>
          </a:p>
        </p:txBody>
      </p:sp>
      <p:pic>
        <p:nvPicPr>
          <p:cNvPr id="6146" name="Picture 2" descr="Trello Board: The Ultimate Guide to Organize Your Projects">
            <a:extLst>
              <a:ext uri="{FF2B5EF4-FFF2-40B4-BE49-F238E27FC236}">
                <a16:creationId xmlns:a16="http://schemas.microsoft.com/office/drawing/2014/main" id="{1C4350AE-006C-316B-E46F-B813A12FE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6793" y="1713551"/>
            <a:ext cx="6419896" cy="2848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230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AAAF5-CD9B-943F-2A88-75BAC4FBFD91}"/>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23304C1-41EB-71B1-4939-C0EC80726838}"/>
              </a:ext>
            </a:extLst>
          </p:cNvPr>
          <p:cNvSpPr>
            <a:spLocks noGrp="1"/>
          </p:cNvSpPr>
          <p:nvPr>
            <p:ph type="body" sz="quarter" idx="21"/>
          </p:nvPr>
        </p:nvSpPr>
        <p:spPr/>
        <p:txBody>
          <a:bodyPr/>
          <a:lstStyle/>
          <a:p>
            <a:r>
              <a:rPr lang="en-US" dirty="0"/>
              <a:t>other information</a:t>
            </a:r>
          </a:p>
        </p:txBody>
      </p:sp>
      <p:sp>
        <p:nvSpPr>
          <p:cNvPr id="6" name="Content Placeholder 5">
            <a:extLst>
              <a:ext uri="{FF2B5EF4-FFF2-40B4-BE49-F238E27FC236}">
                <a16:creationId xmlns:a16="http://schemas.microsoft.com/office/drawing/2014/main" id="{6DA4D837-B471-A0EB-542D-631698A035CB}"/>
              </a:ext>
            </a:extLst>
          </p:cNvPr>
          <p:cNvSpPr>
            <a:spLocks noGrp="1"/>
          </p:cNvSpPr>
          <p:nvPr>
            <p:ph sz="quarter" idx="22"/>
          </p:nvPr>
        </p:nvSpPr>
        <p:spPr>
          <a:xfrm>
            <a:off x="367799" y="1264589"/>
            <a:ext cx="11158538" cy="4106409"/>
          </a:xfrm>
        </p:spPr>
        <p:txBody>
          <a:bodyPr/>
          <a:lstStyle/>
          <a:p>
            <a:pPr lvl="1"/>
            <a:r>
              <a:rPr lang="en-US" sz="2000" dirty="0"/>
              <a:t>Mentor Program</a:t>
            </a:r>
          </a:p>
          <a:p>
            <a:pPr marL="0" lvl="1" indent="0">
              <a:buNone/>
            </a:pPr>
            <a:endParaRPr lang="en-US" sz="2000" dirty="0"/>
          </a:p>
          <a:p>
            <a:pPr lvl="1"/>
            <a:r>
              <a:rPr lang="en-US" sz="2000" dirty="0"/>
              <a:t>Intern Events</a:t>
            </a:r>
          </a:p>
          <a:p>
            <a:pPr lvl="2"/>
            <a:r>
              <a:rPr lang="en-US" sz="1800" dirty="0"/>
              <a:t>Swamp Tours</a:t>
            </a:r>
          </a:p>
          <a:p>
            <a:pPr lvl="2"/>
            <a:r>
              <a:rPr lang="en-US" sz="1800" dirty="0"/>
              <a:t>Happy Hour</a:t>
            </a:r>
          </a:p>
          <a:p>
            <a:pPr lvl="2"/>
            <a:r>
              <a:rPr lang="en-US" sz="1800" dirty="0"/>
              <a:t>Gator Grub</a:t>
            </a:r>
          </a:p>
          <a:p>
            <a:pPr lvl="2"/>
            <a:r>
              <a:rPr lang="en-US" sz="1800" dirty="0"/>
              <a:t>National Intern Day</a:t>
            </a:r>
          </a:p>
          <a:p>
            <a:pPr lvl="2"/>
            <a:r>
              <a:rPr lang="en-US" sz="1800" dirty="0"/>
              <a:t>Department Events</a:t>
            </a:r>
          </a:p>
          <a:p>
            <a:pPr marL="344487" lvl="2" indent="0">
              <a:buNone/>
            </a:pPr>
            <a:endParaRPr lang="en-US" sz="2000" dirty="0"/>
          </a:p>
          <a:p>
            <a:pPr lvl="1"/>
            <a:r>
              <a:rPr lang="en-US" sz="2000" dirty="0"/>
              <a:t>Full time</a:t>
            </a:r>
            <a:endParaRPr lang="en-US" sz="1800" dirty="0"/>
          </a:p>
          <a:p>
            <a:pPr lvl="2"/>
            <a:r>
              <a:rPr lang="en-US" sz="1800" dirty="0"/>
              <a:t>High return offer rate, around 80-90%</a:t>
            </a:r>
          </a:p>
          <a:p>
            <a:pPr lvl="2"/>
            <a:r>
              <a:rPr lang="en-US" sz="1800" dirty="0"/>
              <a:t>Internship counts as a year, after 5 years fully vested (401k matching)</a:t>
            </a:r>
          </a:p>
          <a:p>
            <a:pPr lvl="2"/>
            <a:endParaRPr lang="en-US" sz="2000" dirty="0"/>
          </a:p>
          <a:p>
            <a:pPr lvl="1"/>
            <a:r>
              <a:rPr lang="en-US" sz="2000" dirty="0"/>
              <a:t>LDP program</a:t>
            </a:r>
          </a:p>
          <a:p>
            <a:pPr lvl="1"/>
            <a:endParaRPr lang="en-US" sz="2000" dirty="0"/>
          </a:p>
          <a:p>
            <a:pPr lvl="2"/>
            <a:endParaRPr lang="en-US" sz="1800" dirty="0"/>
          </a:p>
          <a:p>
            <a:pPr marL="344487" lvl="2" indent="0">
              <a:buNone/>
            </a:pPr>
            <a:endParaRPr lang="en-US" sz="1800" dirty="0"/>
          </a:p>
          <a:p>
            <a:pPr marL="344487" lvl="2" indent="0">
              <a:buNone/>
            </a:pPr>
            <a:endParaRPr lang="en-US" sz="1800" dirty="0"/>
          </a:p>
          <a:p>
            <a:pPr lvl="2"/>
            <a:endParaRPr lang="en-US" sz="1800" dirty="0"/>
          </a:p>
          <a:p>
            <a:pPr lvl="2"/>
            <a:endParaRPr lang="en-US" sz="1800" dirty="0"/>
          </a:p>
          <a:p>
            <a:pPr lvl="1"/>
            <a:endParaRPr lang="en-US" sz="1600" dirty="0"/>
          </a:p>
        </p:txBody>
      </p:sp>
      <p:pic>
        <p:nvPicPr>
          <p:cNvPr id="3" name="Picture 2" descr="A group of people posing for a photo&#10;&#10;Description automatically generated">
            <a:extLst>
              <a:ext uri="{FF2B5EF4-FFF2-40B4-BE49-F238E27FC236}">
                <a16:creationId xmlns:a16="http://schemas.microsoft.com/office/drawing/2014/main" id="{2876E364-37A6-589B-C851-F996E11E7C78}"/>
              </a:ext>
            </a:extLst>
          </p:cNvPr>
          <p:cNvPicPr>
            <a:picLocks noChangeAspect="1"/>
          </p:cNvPicPr>
          <p:nvPr/>
        </p:nvPicPr>
        <p:blipFill>
          <a:blip r:embed="rId3">
            <a:extLst>
              <a:ext uri="{28A0092B-C50C-407E-A947-70E740481C1C}">
                <a14:useLocalDpi xmlns:a14="http://schemas.microsoft.com/office/drawing/2010/main" val="0"/>
              </a:ext>
            </a:extLst>
          </a:blip>
          <a:srcRect t="18153" b="3803"/>
          <a:stretch/>
        </p:blipFill>
        <p:spPr>
          <a:xfrm>
            <a:off x="4520896" y="938818"/>
            <a:ext cx="7005441" cy="3637863"/>
          </a:xfrm>
          <a:prstGeom prst="rect">
            <a:avLst/>
          </a:prstGeom>
        </p:spPr>
      </p:pic>
    </p:spTree>
    <p:extLst>
      <p:ext uri="{BB962C8B-B14F-4D97-AF65-F5344CB8AC3E}">
        <p14:creationId xmlns:p14="http://schemas.microsoft.com/office/powerpoint/2010/main" val="3385181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DED44-2699-2E61-F0F5-857F14EDB538}"/>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9F071ADE-5366-79B3-ADFA-0EAE75BB6C49}"/>
              </a:ext>
            </a:extLst>
          </p:cNvPr>
          <p:cNvSpPr>
            <a:spLocks noGrp="1"/>
          </p:cNvSpPr>
          <p:nvPr>
            <p:ph type="body" sz="quarter" idx="21"/>
          </p:nvPr>
        </p:nvSpPr>
        <p:spPr/>
        <p:txBody>
          <a:bodyPr/>
          <a:lstStyle/>
          <a:p>
            <a:r>
              <a:rPr lang="en-US" dirty="0"/>
              <a:t>Key takeaways</a:t>
            </a:r>
          </a:p>
        </p:txBody>
      </p:sp>
      <p:sp>
        <p:nvSpPr>
          <p:cNvPr id="11" name="Content Placeholder 10">
            <a:extLst>
              <a:ext uri="{FF2B5EF4-FFF2-40B4-BE49-F238E27FC236}">
                <a16:creationId xmlns:a16="http://schemas.microsoft.com/office/drawing/2014/main" id="{70B0E37A-C660-D789-9DE0-E64F3CF6ED47}"/>
              </a:ext>
            </a:extLst>
          </p:cNvPr>
          <p:cNvSpPr>
            <a:spLocks noGrp="1"/>
          </p:cNvSpPr>
          <p:nvPr>
            <p:ph sz="quarter" idx="22"/>
          </p:nvPr>
        </p:nvSpPr>
        <p:spPr>
          <a:xfrm>
            <a:off x="458620" y="1317345"/>
            <a:ext cx="5350518" cy="4691063"/>
          </a:xfrm>
        </p:spPr>
        <p:txBody>
          <a:bodyPr/>
          <a:lstStyle/>
          <a:p>
            <a:pPr lvl="1">
              <a:lnSpc>
                <a:spcPct val="150000"/>
              </a:lnSpc>
            </a:pPr>
            <a:r>
              <a:rPr lang="en-US" dirty="0"/>
              <a:t>Ask questions</a:t>
            </a:r>
          </a:p>
          <a:p>
            <a:pPr lvl="1">
              <a:lnSpc>
                <a:spcPct val="150000"/>
              </a:lnSpc>
            </a:pPr>
            <a:r>
              <a:rPr lang="en-US" dirty="0"/>
              <a:t>Understand full process</a:t>
            </a:r>
          </a:p>
          <a:p>
            <a:pPr lvl="1">
              <a:lnSpc>
                <a:spcPct val="150000"/>
              </a:lnSpc>
            </a:pPr>
            <a:r>
              <a:rPr lang="en-US" dirty="0"/>
              <a:t>Effective communication</a:t>
            </a:r>
          </a:p>
          <a:p>
            <a:pPr lvl="1">
              <a:lnSpc>
                <a:spcPct val="150000"/>
              </a:lnSpc>
            </a:pPr>
            <a:r>
              <a:rPr lang="en-US" dirty="0"/>
              <a:t>Get out of comfort zone</a:t>
            </a:r>
          </a:p>
          <a:p>
            <a:pPr lvl="1">
              <a:lnSpc>
                <a:spcPct val="150000"/>
              </a:lnSpc>
            </a:pPr>
            <a:r>
              <a:rPr lang="en-US" dirty="0"/>
              <a:t>Willingness to learn</a:t>
            </a:r>
          </a:p>
          <a:p>
            <a:pPr lvl="1">
              <a:lnSpc>
                <a:spcPct val="150000"/>
              </a:lnSpc>
            </a:pPr>
            <a:r>
              <a:rPr lang="en-US" dirty="0"/>
              <a:t>Take initiative</a:t>
            </a:r>
          </a:p>
          <a:p>
            <a:pPr lvl="1">
              <a:lnSpc>
                <a:spcPct val="150000"/>
              </a:lnSpc>
            </a:pPr>
            <a:r>
              <a:rPr lang="en-US" dirty="0"/>
              <a:t>Friends !!</a:t>
            </a:r>
          </a:p>
          <a:p>
            <a:pPr lvl="1">
              <a:lnSpc>
                <a:spcPct val="150000"/>
              </a:lnSpc>
            </a:pPr>
            <a:endParaRPr lang="en-US" dirty="0"/>
          </a:p>
        </p:txBody>
      </p:sp>
      <p:sp>
        <p:nvSpPr>
          <p:cNvPr id="3" name="Text Placeholder 6">
            <a:extLst>
              <a:ext uri="{FF2B5EF4-FFF2-40B4-BE49-F238E27FC236}">
                <a16:creationId xmlns:a16="http://schemas.microsoft.com/office/drawing/2014/main" id="{EEDE0F33-918F-10EB-B9F5-9F0AD9631D5F}"/>
              </a:ext>
            </a:extLst>
          </p:cNvPr>
          <p:cNvSpPr txBox="1">
            <a:spLocks/>
          </p:cNvSpPr>
          <p:nvPr/>
        </p:nvSpPr>
        <p:spPr>
          <a:xfrm>
            <a:off x="639762" y="1317345"/>
            <a:ext cx="4988235" cy="489684"/>
          </a:xfrm>
          <a:prstGeom prst="rect">
            <a:avLst/>
          </a:prstGeom>
        </p:spPr>
        <p:txBody>
          <a:bodyPr vert="horz" lIns="91440" tIns="45720" rIns="91440" bIns="45720" rtlCol="0">
            <a:noAutofit/>
          </a:bodyPr>
          <a:lstStyle>
            <a:lvl1pPr marL="0" indent="0" algn="l" defTabSz="914361" rtl="0" eaLnBrk="1" latinLnBrk="0" hangingPunct="1">
              <a:lnSpc>
                <a:spcPct val="100000"/>
              </a:lnSpc>
              <a:spcBef>
                <a:spcPts val="800"/>
              </a:spcBef>
              <a:buClr>
                <a:schemeClr val="accent1"/>
              </a:buClr>
              <a:buFont typeface="Arial" panose="020B0604020202020204" pitchFamily="34" charset="0"/>
              <a:buNone/>
              <a:defRPr sz="2000" b="1" kern="1200">
                <a:solidFill>
                  <a:schemeClr val="tx1"/>
                </a:solidFill>
                <a:latin typeface="+mn-lt"/>
                <a:ea typeface="+mn-ea"/>
                <a:cs typeface="Segoe UI Semilight" panose="020B0402040204020203" pitchFamily="34" charset="0"/>
              </a:defRPr>
            </a:lvl1pPr>
            <a:lvl2pPr marL="285750" marR="0" indent="-285750" algn="l" defTabSz="914361" rtl="0" eaLnBrk="1" fontAlgn="auto" latinLnBrk="0" hangingPunct="1">
              <a:lnSpc>
                <a:spcPct val="100000"/>
              </a:lnSpc>
              <a:spcBef>
                <a:spcPct val="20000"/>
              </a:spcBef>
              <a:spcAft>
                <a:spcPts val="0"/>
              </a:spcAft>
              <a:buClr>
                <a:srgbClr val="DD8A03"/>
              </a:buClr>
              <a:buSzPct val="70000"/>
              <a:buFont typeface=".Lucida Grande UI Regular"/>
              <a:buChar char="►"/>
              <a:tabLst/>
              <a:defRPr sz="1800" kern="1200">
                <a:solidFill>
                  <a:schemeClr val="tx1"/>
                </a:solidFill>
                <a:latin typeface="Trebuchet MS" panose="020B0703020202090204" pitchFamily="34" charset="0"/>
                <a:ea typeface="+mn-ea"/>
                <a:cs typeface="Trebuchet MS" panose="020B0703020202090204" pitchFamily="34" charset="0"/>
              </a:defRPr>
            </a:lvl2pPr>
            <a:lvl3pPr marL="688975" marR="0" indent="-344488" algn="l" defTabSz="914361" rtl="0" eaLnBrk="1" fontAlgn="auto" latinLnBrk="0" hangingPunct="1">
              <a:lnSpc>
                <a:spcPct val="100000"/>
              </a:lnSpc>
              <a:spcBef>
                <a:spcPct val="20000"/>
              </a:spcBef>
              <a:spcAft>
                <a:spcPts val="0"/>
              </a:spcAft>
              <a:buClr>
                <a:srgbClr val="4FC3D3"/>
              </a:buClr>
              <a:buSzTx/>
              <a:buFont typeface="System Font Regular"/>
              <a:buChar char="&gt;"/>
              <a:tabLst/>
              <a:defRPr sz="1600" kern="1200">
                <a:solidFill>
                  <a:schemeClr val="tx1"/>
                </a:solidFill>
                <a:latin typeface="Trebuchet MS" panose="020B0703020202090204" pitchFamily="34" charset="0"/>
                <a:ea typeface="+mn-ea"/>
                <a:cs typeface="Trebuchet MS" panose="020B0703020202090204" pitchFamily="34" charset="0"/>
              </a:defRPr>
            </a:lvl3pPr>
            <a:lvl4pPr marL="1089025" marR="0" indent="-317500"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400" kern="1200">
                <a:solidFill>
                  <a:schemeClr val="tx1"/>
                </a:solidFill>
                <a:latin typeface="Trebuchet MS" panose="020B0703020202090204" pitchFamily="34" charset="0"/>
                <a:ea typeface="+mn-ea"/>
                <a:cs typeface="Trebuchet MS" panose="020B0703020202090204" pitchFamily="34" charset="0"/>
              </a:defRPr>
            </a:lvl4pPr>
            <a:lvl5pPr marL="1379538" marR="0" indent="-206375" algn="l" defTabSz="914361" rtl="0" eaLnBrk="1" fontAlgn="auto" latinLnBrk="0" hangingPunct="1">
              <a:lnSpc>
                <a:spcPct val="100000"/>
              </a:lnSpc>
              <a:spcBef>
                <a:spcPct val="20000"/>
              </a:spcBef>
              <a:spcAft>
                <a:spcPts val="0"/>
              </a:spcAft>
              <a:buClr>
                <a:srgbClr val="4FC3D3"/>
              </a:buClr>
              <a:buSzTx/>
              <a:buFont typeface="Arial" panose="020B0604020202020204" pitchFamily="34" charset="0"/>
              <a:buChar char="»"/>
              <a:tabLst/>
              <a:defRPr sz="1200" kern="1200">
                <a:solidFill>
                  <a:schemeClr val="tx1"/>
                </a:solidFill>
                <a:latin typeface="Trebuchet MS" panose="020B0703020202090204" pitchFamily="34" charset="0"/>
                <a:ea typeface="+mn-ea"/>
                <a:cs typeface="Trebuchet MS" panose="020B0703020202090204" pitchFamily="34" charset="0"/>
              </a:defRPr>
            </a:lvl5pPr>
            <a:lvl6pPr marL="2514495"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76"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57"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38" indent="-228591" algn="l" defTabSz="91436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pic>
        <p:nvPicPr>
          <p:cNvPr id="13" name="Picture 12" descr="A group of people wearing hard hats&#10;&#10;Description automatically generated">
            <a:extLst>
              <a:ext uri="{FF2B5EF4-FFF2-40B4-BE49-F238E27FC236}">
                <a16:creationId xmlns:a16="http://schemas.microsoft.com/office/drawing/2014/main" id="{9D500E7D-3A96-0230-CC86-D5E13452F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3603" y="1116652"/>
            <a:ext cx="6935460" cy="4624696"/>
          </a:xfrm>
          <a:prstGeom prst="rect">
            <a:avLst/>
          </a:prstGeom>
        </p:spPr>
      </p:pic>
    </p:spTree>
    <p:extLst>
      <p:ext uri="{BB962C8B-B14F-4D97-AF65-F5344CB8AC3E}">
        <p14:creationId xmlns:p14="http://schemas.microsoft.com/office/powerpoint/2010/main" val="3755828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domain-titles5.jpg" descr="domain-titles5.jpg"/>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 y="893"/>
            <a:ext cx="12188825" cy="6856214"/>
          </a:xfrm>
          <a:prstGeom prst="rect">
            <a:avLst/>
          </a:prstGeom>
          <a:ln w="12700">
            <a:miter lim="400000"/>
          </a:ln>
        </p:spPr>
      </p:pic>
      <p:sp>
        <p:nvSpPr>
          <p:cNvPr id="7" name="TextBox 6">
            <a:extLst>
              <a:ext uri="{FF2B5EF4-FFF2-40B4-BE49-F238E27FC236}">
                <a16:creationId xmlns:a16="http://schemas.microsoft.com/office/drawing/2014/main" id="{AA8F4594-4951-1C71-D900-18E08A467067}"/>
              </a:ext>
            </a:extLst>
          </p:cNvPr>
          <p:cNvSpPr txBox="1"/>
          <p:nvPr/>
        </p:nvSpPr>
        <p:spPr>
          <a:xfrm>
            <a:off x="6856213" y="6221985"/>
            <a:ext cx="4988173"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lnSpc>
                <a:spcPct val="100000"/>
              </a:lnSpc>
            </a:pPr>
            <a:r>
              <a:rPr lang="en-US" sz="800" b="1"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
        <p:nvSpPr>
          <p:cNvPr id="11" name="HEADER">
            <a:extLst>
              <a:ext uri="{FF2B5EF4-FFF2-40B4-BE49-F238E27FC236}">
                <a16:creationId xmlns:a16="http://schemas.microsoft.com/office/drawing/2014/main" id="{56C0D5FD-8FEC-64C9-BB20-425A1BBE65DF}"/>
              </a:ext>
            </a:extLst>
          </p:cNvPr>
          <p:cNvSpPr txBox="1"/>
          <p:nvPr/>
        </p:nvSpPr>
        <p:spPr>
          <a:xfrm>
            <a:off x="2924459" y="2316517"/>
            <a:ext cx="6339904" cy="15898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393" tIns="25393" rIns="25393" bIns="25393" anchor="ctr">
            <a:spAutoFit/>
          </a:bodyPr>
          <a:lstStyle>
            <a:lvl1pPr>
              <a:defRPr sz="20000">
                <a:solidFill>
                  <a:srgbClr val="FFFFFF"/>
                </a:solidFill>
                <a:latin typeface="Impact"/>
                <a:ea typeface="Impact"/>
                <a:cs typeface="Impact"/>
                <a:sym typeface="Impact"/>
              </a:defRPr>
            </a:lvl1pPr>
          </a:lstStyle>
          <a:p>
            <a:r>
              <a:rPr lang="en-US" sz="9998" cap="all" dirty="0"/>
              <a:t>QUESTIONS?</a:t>
            </a:r>
            <a:endParaRPr sz="9998" cap="all" dirty="0"/>
          </a:p>
        </p:txBody>
      </p:sp>
      <p:sp>
        <p:nvSpPr>
          <p:cNvPr id="2" name="Text Placeholder 3">
            <a:extLst>
              <a:ext uri="{FF2B5EF4-FFF2-40B4-BE49-F238E27FC236}">
                <a16:creationId xmlns:a16="http://schemas.microsoft.com/office/drawing/2014/main" id="{CCEC4305-3CAC-9DE3-8EBB-108FCF095CE5}"/>
              </a:ext>
            </a:extLst>
          </p:cNvPr>
          <p:cNvSpPr txBox="1"/>
          <p:nvPr/>
        </p:nvSpPr>
        <p:spPr>
          <a:xfrm>
            <a:off x="481361" y="5925750"/>
            <a:ext cx="5613050" cy="5924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2854" rIns="22854">
            <a:spAutoFit/>
          </a:bodyPr>
          <a:lstStyle/>
          <a:p>
            <a:pPr defTabSz="457071">
              <a:spcBef>
                <a:spcPts val="151"/>
              </a:spcBef>
              <a:buClr>
                <a:srgbClr val="DD8A03"/>
              </a:buClr>
              <a:buSzPct val="100000"/>
              <a:buFont typeface="Arial"/>
              <a:buChar char="​"/>
              <a:defRPr sz="6500" b="1">
                <a:solidFill>
                  <a:srgbClr val="FFFFFF"/>
                </a:solidFill>
                <a:latin typeface="Trebuchet MS"/>
                <a:ea typeface="Trebuchet MS"/>
                <a:cs typeface="Trebuchet MS"/>
                <a:sym typeface="Trebuchet MS"/>
              </a:defRPr>
            </a:pPr>
            <a:r>
              <a:rPr lang="en-US" sz="3250" cap="all" dirty="0"/>
              <a:t>sdang2@lsu.edu</a:t>
            </a:r>
            <a:endParaRPr sz="3250" cap="all"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machine&#10;&#10;Description automatically generated">
            <a:extLst>
              <a:ext uri="{FF2B5EF4-FFF2-40B4-BE49-F238E27FC236}">
                <a16:creationId xmlns:a16="http://schemas.microsoft.com/office/drawing/2014/main" id="{20136AD2-BA70-F6C3-F62D-6FEE318AEFAB}"/>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 y="893"/>
            <a:ext cx="12188825" cy="6856214"/>
          </a:xfrm>
          <a:prstGeom prst="rect">
            <a:avLst/>
          </a:prstGeom>
        </p:spPr>
      </p:pic>
      <p:sp>
        <p:nvSpPr>
          <p:cNvPr id="3" name="TextBox 2">
            <a:extLst>
              <a:ext uri="{FF2B5EF4-FFF2-40B4-BE49-F238E27FC236}">
                <a16:creationId xmlns:a16="http://schemas.microsoft.com/office/drawing/2014/main" id="{FE036BC9-C91C-8B64-40D7-4990108A8B03}"/>
              </a:ext>
            </a:extLst>
          </p:cNvPr>
          <p:cNvSpPr txBox="1"/>
          <p:nvPr/>
        </p:nvSpPr>
        <p:spPr>
          <a:xfrm>
            <a:off x="1151524" y="6476206"/>
            <a:ext cx="983906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100000"/>
              </a:lnSpc>
            </a:pPr>
            <a:r>
              <a:rPr lang="en-US" sz="800" b="1" dirty="0">
                <a:solidFill>
                  <a:schemeClr val="bg1">
                    <a:lumMod val="65000"/>
                  </a:schemeClr>
                </a:solidFill>
                <a:latin typeface="Trebuchet MS" panose="020B0703020202090204" pitchFamily="34" charset="0"/>
              </a:rPr>
              <a:t>COMPANY EXTERNAL </a:t>
            </a:r>
            <a:r>
              <a:rPr lang="en-US" sz="800" i="1" dirty="0">
                <a:solidFill>
                  <a:schemeClr val="bg1">
                    <a:lumMod val="65000"/>
                  </a:schemeClr>
                </a:solidFill>
                <a:latin typeface="Trebuchet MS" panose="020B0703020202090204" pitchFamily="34" charset="0"/>
              </a:rPr>
              <a:t>© 2025 Textron Systems Corporation, Overwatch Systems, Ltd., Avco Corporation, Howe &amp; Howe, Inc., Airborne Tactical Advantage Company, Textron Systems Australia Pty Ltd.</a:t>
            </a:r>
          </a:p>
        </p:txBody>
      </p:sp>
    </p:spTree>
  </p:cSld>
  <p:clrMapOvr>
    <a:masterClrMapping/>
  </p:clrMapOvr>
</p:sld>
</file>

<file path=ppt/theme/theme1.xml><?xml version="1.0" encoding="utf-8"?>
<a:theme xmlns:a="http://schemas.openxmlformats.org/drawingml/2006/main" name="Office Theme">
  <a:themeElements>
    <a:clrScheme name="Custom 1">
      <a:dk1>
        <a:srgbClr val="252525"/>
      </a:dk1>
      <a:lt1>
        <a:srgbClr val="FFFFFF"/>
      </a:lt1>
      <a:dk2>
        <a:srgbClr val="002F6C"/>
      </a:dk2>
      <a:lt2>
        <a:srgbClr val="F8F9F2"/>
      </a:lt2>
      <a:accent1>
        <a:srgbClr val="DD8A03"/>
      </a:accent1>
      <a:accent2>
        <a:srgbClr val="4FC3D3"/>
      </a:accent2>
      <a:accent3>
        <a:srgbClr val="2F3638"/>
      </a:accent3>
      <a:accent4>
        <a:srgbClr val="7F8F8D"/>
      </a:accent4>
      <a:accent5>
        <a:srgbClr val="000000"/>
      </a:accent5>
      <a:accent6>
        <a:srgbClr val="CCCCCC"/>
      </a:accent6>
      <a:hlink>
        <a:srgbClr val="4FC3D3"/>
      </a:hlink>
      <a:folHlink>
        <a:srgbClr val="B4A9A0"/>
      </a:folHlink>
    </a:clrScheme>
    <a:fontScheme name="Inventive">
      <a:majorFont>
        <a:latin typeface="Impact"/>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4"/>
          </a:solidFill>
          <a:prstDash val="sysDot"/>
        </a:ln>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XTSYS 2016">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14461</TotalTime>
  <Words>387</Words>
  <Application>Microsoft Macintosh PowerPoint</Application>
  <PresentationFormat>Custom</PresentationFormat>
  <Paragraphs>113</Paragraphs>
  <Slides>12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.Lucida Grande UI Regular</vt:lpstr>
      <vt:lpstr>Arial</vt:lpstr>
      <vt:lpstr>Calibri Light</vt:lpstr>
      <vt:lpstr>Helvetica Neue Medium</vt:lpstr>
      <vt:lpstr>Impact</vt:lpstr>
      <vt:lpstr>System Font Regular</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Cindy Caughey</dc:creator>
  <cp:lastModifiedBy>Selena Dang</cp:lastModifiedBy>
  <cp:revision>1231</cp:revision>
  <cp:lastPrinted>2016-02-29T19:03:15Z</cp:lastPrinted>
  <dcterms:created xsi:type="dcterms:W3CDTF">2016-01-12T15:56:44Z</dcterms:created>
  <dcterms:modified xsi:type="dcterms:W3CDTF">2025-08-29T22:10:01Z</dcterms:modified>
</cp:coreProperties>
</file>