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8"/>
  </p:notesMasterIdLst>
  <p:sldIdLst>
    <p:sldId id="256" r:id="rId5"/>
    <p:sldId id="268" r:id="rId6"/>
    <p:sldId id="258" r:id="rId7"/>
    <p:sldId id="259" r:id="rId8"/>
    <p:sldId id="287" r:id="rId9"/>
    <p:sldId id="285" r:id="rId10"/>
    <p:sldId id="261" r:id="rId11"/>
    <p:sldId id="277" r:id="rId12"/>
    <p:sldId id="274" r:id="rId13"/>
    <p:sldId id="272" r:id="rId14"/>
    <p:sldId id="283" r:id="rId15"/>
    <p:sldId id="273" r:id="rId16"/>
    <p:sldId id="279" r:id="rId17"/>
    <p:sldId id="280" r:id="rId18"/>
    <p:sldId id="284" r:id="rId19"/>
    <p:sldId id="290" r:id="rId20"/>
    <p:sldId id="276" r:id="rId21"/>
    <p:sldId id="264" r:id="rId22"/>
    <p:sldId id="263" r:id="rId23"/>
    <p:sldId id="270" r:id="rId24"/>
    <p:sldId id="288" r:id="rId25"/>
    <p:sldId id="289" r:id="rId26"/>
    <p:sldId id="26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445A"/>
    <a:srgbClr val="0B31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8BB50B-A48E-440C-BC98-1BEACA4F5004}" v="1678" dt="2025-11-19T14:35:45.201"/>
    <p1510:client id="{D7448692-B2A2-4342-8FBA-AEB57D70CDF8}" v="326" dt="2025-11-17T18:07:11.960"/>
    <p1510:client id="{F3BC838B-ACF4-3C4D-B18B-E06827A78F93}" v="910" dt="2025-11-19T15:01:31.5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6"/>
  </p:normalViewPr>
  <p:slideViewPr>
    <p:cSldViewPr snapToGrid="0">
      <p:cViewPr varScale="1">
        <p:scale>
          <a:sx n="114" d="100"/>
          <a:sy n="114" d="100"/>
        </p:scale>
        <p:origin x="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ata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4.svg"/><Relationship Id="rId1" Type="http://schemas.openxmlformats.org/officeDocument/2006/relationships/hyperlink" Target="https://humanbenchmark.com/tests/reactiontime/" TargetMode="External"/><Relationship Id="rId4" Type="http://schemas.openxmlformats.org/officeDocument/2006/relationships/image" Target="../media/image13.svg"/></Relationships>
</file>

<file path=ppt/diagrams/_rels/data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6.sv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4.svg"/><Relationship Id="rId4" Type="http://schemas.openxmlformats.org/officeDocument/2006/relationships/hyperlink" Target="https://humanbenchmark.com/tests/reactiontime/" TargetMode="External"/></Relationships>
</file>

<file path=ppt/diagrams/_rels/drawing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1.svg"/><Relationship Id="rId1" Type="http://schemas.openxmlformats.org/officeDocument/2006/relationships/image" Target="../media/image10.svg"/><Relationship Id="rId5" Type="http://schemas.openxmlformats.org/officeDocument/2006/relationships/image" Target="../media/image16.sv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ADED3E-353C-7B4A-9335-5F0043DC5D1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A42439E5-6B8B-3F41-8A23-8E807AC2678A}">
      <dgm:prSet custT="1"/>
      <dgm:spPr/>
      <dgm:t>
        <a:bodyPr/>
        <a:lstStyle/>
        <a:p>
          <a:pPr>
            <a:lnSpc>
              <a:spcPct val="100000"/>
            </a:lnSpc>
          </a:pPr>
          <a:r>
            <a:rPr lang="en-US" sz="1600">
              <a:latin typeface="Verdana" panose="020B0604030504040204" pitchFamily="34" charset="0"/>
              <a:ea typeface="Verdana" panose="020B0604030504040204" pitchFamily="34" charset="0"/>
              <a:cs typeface="Verdana" panose="020B0604030504040204" pitchFamily="34" charset="0"/>
            </a:rPr>
            <a:t>Evaluate changes in heart rate and reaction time before and after energy drink consumption </a:t>
          </a:r>
        </a:p>
      </dgm:t>
    </dgm:pt>
    <dgm:pt modelId="{741E4B80-3DD6-7643-AC4B-719F67C5E949}" type="parTrans" cxnId="{3AEA4530-B09C-B648-A1FA-6C59C0B72EEA}">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2BCF3E21-D73A-8F4B-984F-15CE75AAC122}" type="sibTrans" cxnId="{3AEA4530-B09C-B648-A1FA-6C59C0B72EEA}">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C14DD8D1-3A35-9441-BF1C-5FE80E6DB2A8}">
      <dgm:prSet custT="1"/>
      <dgm:spPr/>
      <dgm:t>
        <a:bodyPr/>
        <a:lstStyle/>
        <a:p>
          <a:pPr>
            <a:lnSpc>
              <a:spcPct val="100000"/>
            </a:lnSpc>
          </a:pPr>
          <a:r>
            <a:rPr lang="en-US" sz="1600">
              <a:latin typeface="Verdana" panose="020B0604030504040204" pitchFamily="34" charset="0"/>
              <a:ea typeface="Verdana" panose="020B0604030504040204" pitchFamily="34" charset="0"/>
              <a:cs typeface="Verdana" panose="020B0604030504040204" pitchFamily="34" charset="0"/>
            </a:rPr>
            <a:t>Focus on physiological and cognitive effects of caffeine on college students </a:t>
          </a:r>
        </a:p>
      </dgm:t>
    </dgm:pt>
    <dgm:pt modelId="{F92600CE-FB74-D049-AA85-A563E9214252}" type="parTrans" cxnId="{CEF357FF-02A7-E04E-869D-BFFDFE6B064F}">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70C421A6-39EE-EA4B-9DB4-44DB82D9CC23}" type="sibTrans" cxnId="{CEF357FF-02A7-E04E-869D-BFFDFE6B064F}">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3DB08175-813E-104C-B0F8-D26249F126AD}">
      <dgm:prSet custT="1"/>
      <dgm:spPr/>
      <dgm:t>
        <a:bodyPr/>
        <a:lstStyle/>
        <a:p>
          <a:pPr>
            <a:lnSpc>
              <a:spcPct val="100000"/>
            </a:lnSpc>
          </a:pPr>
          <a:r>
            <a:rPr lang="en-US" sz="1600">
              <a:latin typeface="Verdana" panose="020B0604030504040204" pitchFamily="34" charset="0"/>
              <a:ea typeface="Verdana" panose="020B0604030504040204" pitchFamily="34" charset="0"/>
              <a:cs typeface="Verdana" panose="020B0604030504040204" pitchFamily="34" charset="0"/>
            </a:rPr>
            <a:t>Test correlation between caffeine doses and performance </a:t>
          </a:r>
        </a:p>
      </dgm:t>
    </dgm:pt>
    <dgm:pt modelId="{B259BC3B-86C6-2C4A-8A27-9EFD385474BB}" type="parTrans" cxnId="{1568EC14-F14B-D54B-B09D-838673B50D37}">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1E47E819-2EFC-A741-B1B1-5A2E0F309D93}" type="sibTrans" cxnId="{1568EC14-F14B-D54B-B09D-838673B50D37}">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5D890687-7136-AE4F-AEAB-24B8434FA06C}">
      <dgm:prSet custT="1"/>
      <dgm:spPr/>
      <dgm:t>
        <a:bodyPr/>
        <a:lstStyle/>
        <a:p>
          <a:pPr>
            <a:lnSpc>
              <a:spcPct val="100000"/>
            </a:lnSpc>
          </a:pPr>
          <a:r>
            <a:rPr lang="en-US" sz="1600">
              <a:latin typeface="Verdana" panose="020B0604030504040204" pitchFamily="34" charset="0"/>
              <a:ea typeface="Verdana" panose="020B0604030504040204" pitchFamily="34" charset="0"/>
              <a:cs typeface="Verdana" panose="020B0604030504040204" pitchFamily="34" charset="0"/>
            </a:rPr>
            <a:t>Caffeine range: </a:t>
          </a:r>
        </a:p>
        <a:p>
          <a:pPr>
            <a:lnSpc>
              <a:spcPct val="100000"/>
            </a:lnSpc>
          </a:pPr>
          <a:r>
            <a:rPr lang="en-US" sz="1600">
              <a:latin typeface="Verdana" panose="020B0604030504040204" pitchFamily="34" charset="0"/>
              <a:ea typeface="Verdana" panose="020B0604030504040204" pitchFamily="34" charset="0"/>
              <a:cs typeface="Verdana" panose="020B0604030504040204" pitchFamily="34" charset="0"/>
            </a:rPr>
            <a:t>80 mg – 300 mg </a:t>
          </a:r>
        </a:p>
      </dgm:t>
    </dgm:pt>
    <dgm:pt modelId="{A4AA2655-9DB4-314D-B062-7AA92EAFEF29}" type="parTrans" cxnId="{AE6AFE85-54EB-6B46-8AFB-3E3A9A55BD60}">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BBE7033A-04AF-8545-9C76-A29CFDA2004B}" type="sibTrans" cxnId="{AE6AFE85-54EB-6B46-8AFB-3E3A9A55BD60}">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74DFAC87-6B4E-4A48-A98E-93DD6C9A1819}" type="pres">
      <dgm:prSet presAssocID="{B2ADED3E-353C-7B4A-9335-5F0043DC5D12}" presName="root" presStyleCnt="0">
        <dgm:presLayoutVars>
          <dgm:dir/>
          <dgm:resizeHandles val="exact"/>
        </dgm:presLayoutVars>
      </dgm:prSet>
      <dgm:spPr/>
    </dgm:pt>
    <dgm:pt modelId="{14A21C6D-8F8D-46FD-BA09-1A11FB560C08}" type="pres">
      <dgm:prSet presAssocID="{A42439E5-6B8B-3F41-8A23-8E807AC2678A}" presName="compNode" presStyleCnt="0"/>
      <dgm:spPr/>
    </dgm:pt>
    <dgm:pt modelId="{6CD867DB-49B0-4859-BFF1-1EE9E23EDEF2}" type="pres">
      <dgm:prSet presAssocID="{A42439E5-6B8B-3F41-8A23-8E807AC2678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opwatch"/>
        </a:ext>
      </dgm:extLst>
    </dgm:pt>
    <dgm:pt modelId="{6CD01A3D-3554-4869-9FF9-D40ED96B99E2}" type="pres">
      <dgm:prSet presAssocID="{A42439E5-6B8B-3F41-8A23-8E807AC2678A}" presName="spaceRect" presStyleCnt="0"/>
      <dgm:spPr/>
    </dgm:pt>
    <dgm:pt modelId="{A6E61B9E-A4D0-42C8-9BA1-D7F3F50157D5}" type="pres">
      <dgm:prSet presAssocID="{A42439E5-6B8B-3F41-8A23-8E807AC2678A}" presName="textRect" presStyleLbl="revTx" presStyleIdx="0" presStyleCnt="4">
        <dgm:presLayoutVars>
          <dgm:chMax val="1"/>
          <dgm:chPref val="1"/>
        </dgm:presLayoutVars>
      </dgm:prSet>
      <dgm:spPr/>
    </dgm:pt>
    <dgm:pt modelId="{180F40C8-6206-4321-93EA-CE324F5C3F3C}" type="pres">
      <dgm:prSet presAssocID="{2BCF3E21-D73A-8F4B-984F-15CE75AAC122}" presName="sibTrans" presStyleCnt="0"/>
      <dgm:spPr/>
    </dgm:pt>
    <dgm:pt modelId="{1239F1B8-9257-4EF8-A43B-63C78B705BF0}" type="pres">
      <dgm:prSet presAssocID="{C14DD8D1-3A35-9441-BF1C-5FE80E6DB2A8}" presName="compNode" presStyleCnt="0"/>
      <dgm:spPr/>
    </dgm:pt>
    <dgm:pt modelId="{48E19DBD-674B-4D39-8A98-89EB60B58BDD}" type="pres">
      <dgm:prSet presAssocID="{C14DD8D1-3A35-9441-BF1C-5FE80E6DB2A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ffee"/>
        </a:ext>
      </dgm:extLst>
    </dgm:pt>
    <dgm:pt modelId="{A6121C46-25C9-41DA-88EF-FADBAC28AB0C}" type="pres">
      <dgm:prSet presAssocID="{C14DD8D1-3A35-9441-BF1C-5FE80E6DB2A8}" presName="spaceRect" presStyleCnt="0"/>
      <dgm:spPr/>
    </dgm:pt>
    <dgm:pt modelId="{0E591B8F-C4C4-49BD-87F5-90597150AF90}" type="pres">
      <dgm:prSet presAssocID="{C14DD8D1-3A35-9441-BF1C-5FE80E6DB2A8}" presName="textRect" presStyleLbl="revTx" presStyleIdx="1" presStyleCnt="4">
        <dgm:presLayoutVars>
          <dgm:chMax val="1"/>
          <dgm:chPref val="1"/>
        </dgm:presLayoutVars>
      </dgm:prSet>
      <dgm:spPr/>
    </dgm:pt>
    <dgm:pt modelId="{F529BDC8-B0E9-4AB2-9588-ADEC4CEA1A1D}" type="pres">
      <dgm:prSet presAssocID="{70C421A6-39EE-EA4B-9DB4-44DB82D9CC23}" presName="sibTrans" presStyleCnt="0"/>
      <dgm:spPr/>
    </dgm:pt>
    <dgm:pt modelId="{C0411EB2-2165-434E-BEA9-9EC2C6D26E87}" type="pres">
      <dgm:prSet presAssocID="{3DB08175-813E-104C-B0F8-D26249F126AD}" presName="compNode" presStyleCnt="0"/>
      <dgm:spPr/>
    </dgm:pt>
    <dgm:pt modelId="{6ACD8C4C-A0C3-474F-88A9-D3048AEB6554}" type="pres">
      <dgm:prSet presAssocID="{3DB08175-813E-104C-B0F8-D26249F126A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heckmark"/>
        </a:ext>
      </dgm:extLst>
    </dgm:pt>
    <dgm:pt modelId="{F3F14342-9652-4435-B6DA-CE6E402BE2D5}" type="pres">
      <dgm:prSet presAssocID="{3DB08175-813E-104C-B0F8-D26249F126AD}" presName="spaceRect" presStyleCnt="0"/>
      <dgm:spPr/>
    </dgm:pt>
    <dgm:pt modelId="{B79FF56E-0BC8-4065-9165-819B9DBD2C09}" type="pres">
      <dgm:prSet presAssocID="{3DB08175-813E-104C-B0F8-D26249F126AD}" presName="textRect" presStyleLbl="revTx" presStyleIdx="2" presStyleCnt="4">
        <dgm:presLayoutVars>
          <dgm:chMax val="1"/>
          <dgm:chPref val="1"/>
        </dgm:presLayoutVars>
      </dgm:prSet>
      <dgm:spPr/>
    </dgm:pt>
    <dgm:pt modelId="{EFB0FDD3-B686-4953-8C50-C9AB6D60DC0C}" type="pres">
      <dgm:prSet presAssocID="{1E47E819-2EFC-A741-B1B1-5A2E0F309D93}" presName="sibTrans" presStyleCnt="0"/>
      <dgm:spPr/>
    </dgm:pt>
    <dgm:pt modelId="{FEC51AE2-3BC1-4252-A083-C4509DE1D1DD}" type="pres">
      <dgm:prSet presAssocID="{5D890687-7136-AE4F-AEAB-24B8434FA06C}" presName="compNode" presStyleCnt="0"/>
      <dgm:spPr/>
    </dgm:pt>
    <dgm:pt modelId="{A18A2D38-781C-40DD-B69A-468E2383E5B8}" type="pres">
      <dgm:prSet presAssocID="{5D890687-7136-AE4F-AEAB-24B8434FA06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ea"/>
        </a:ext>
      </dgm:extLst>
    </dgm:pt>
    <dgm:pt modelId="{AE08A8AB-DDBF-41F0-8370-E3AD77F5DDD9}" type="pres">
      <dgm:prSet presAssocID="{5D890687-7136-AE4F-AEAB-24B8434FA06C}" presName="spaceRect" presStyleCnt="0"/>
      <dgm:spPr/>
    </dgm:pt>
    <dgm:pt modelId="{C20A47FA-9DC7-469B-B701-E1A20C70BA27}" type="pres">
      <dgm:prSet presAssocID="{5D890687-7136-AE4F-AEAB-24B8434FA06C}" presName="textRect" presStyleLbl="revTx" presStyleIdx="3" presStyleCnt="4">
        <dgm:presLayoutVars>
          <dgm:chMax val="1"/>
          <dgm:chPref val="1"/>
        </dgm:presLayoutVars>
      </dgm:prSet>
      <dgm:spPr/>
    </dgm:pt>
  </dgm:ptLst>
  <dgm:cxnLst>
    <dgm:cxn modelId="{D0A84601-57F3-46E7-B914-3569A822072C}" type="presOf" srcId="{C14DD8D1-3A35-9441-BF1C-5FE80E6DB2A8}" destId="{0E591B8F-C4C4-49BD-87F5-90597150AF90}" srcOrd="0" destOrd="0" presId="urn:microsoft.com/office/officeart/2018/2/layout/IconLabelList"/>
    <dgm:cxn modelId="{1568EC14-F14B-D54B-B09D-838673B50D37}" srcId="{B2ADED3E-353C-7B4A-9335-5F0043DC5D12}" destId="{3DB08175-813E-104C-B0F8-D26249F126AD}" srcOrd="2" destOrd="0" parTransId="{B259BC3B-86C6-2C4A-8A27-9EFD385474BB}" sibTransId="{1E47E819-2EFC-A741-B1B1-5A2E0F309D93}"/>
    <dgm:cxn modelId="{22D2C224-30D9-4DF5-AD0B-C4BC65292709}" type="presOf" srcId="{5D890687-7136-AE4F-AEAB-24B8434FA06C}" destId="{C20A47FA-9DC7-469B-B701-E1A20C70BA27}" srcOrd="0" destOrd="0" presId="urn:microsoft.com/office/officeart/2018/2/layout/IconLabelList"/>
    <dgm:cxn modelId="{3AEA4530-B09C-B648-A1FA-6C59C0B72EEA}" srcId="{B2ADED3E-353C-7B4A-9335-5F0043DC5D12}" destId="{A42439E5-6B8B-3F41-8A23-8E807AC2678A}" srcOrd="0" destOrd="0" parTransId="{741E4B80-3DD6-7643-AC4B-719F67C5E949}" sibTransId="{2BCF3E21-D73A-8F4B-984F-15CE75AAC122}"/>
    <dgm:cxn modelId="{76EC1066-FF5C-4FF6-857A-FD4C7FA79A20}" type="presOf" srcId="{A42439E5-6B8B-3F41-8A23-8E807AC2678A}" destId="{A6E61B9E-A4D0-42C8-9BA1-D7F3F50157D5}" srcOrd="0" destOrd="0" presId="urn:microsoft.com/office/officeart/2018/2/layout/IconLabelList"/>
    <dgm:cxn modelId="{AE6AFE85-54EB-6B46-8AFB-3E3A9A55BD60}" srcId="{B2ADED3E-353C-7B4A-9335-5F0043DC5D12}" destId="{5D890687-7136-AE4F-AEAB-24B8434FA06C}" srcOrd="3" destOrd="0" parTransId="{A4AA2655-9DB4-314D-B062-7AA92EAFEF29}" sibTransId="{BBE7033A-04AF-8545-9C76-A29CFDA2004B}"/>
    <dgm:cxn modelId="{CA3F4689-653C-4D39-8122-05B15C99BEFB}" type="presOf" srcId="{3DB08175-813E-104C-B0F8-D26249F126AD}" destId="{B79FF56E-0BC8-4065-9165-819B9DBD2C09}" srcOrd="0" destOrd="0" presId="urn:microsoft.com/office/officeart/2018/2/layout/IconLabelList"/>
    <dgm:cxn modelId="{56F4CA9E-8A2A-4242-9987-979C47BB1969}" type="presOf" srcId="{B2ADED3E-353C-7B4A-9335-5F0043DC5D12}" destId="{74DFAC87-6B4E-4A48-A98E-93DD6C9A1819}" srcOrd="0" destOrd="0" presId="urn:microsoft.com/office/officeart/2018/2/layout/IconLabelList"/>
    <dgm:cxn modelId="{CEF357FF-02A7-E04E-869D-BFFDFE6B064F}" srcId="{B2ADED3E-353C-7B4A-9335-5F0043DC5D12}" destId="{C14DD8D1-3A35-9441-BF1C-5FE80E6DB2A8}" srcOrd="1" destOrd="0" parTransId="{F92600CE-FB74-D049-AA85-A563E9214252}" sibTransId="{70C421A6-39EE-EA4B-9DB4-44DB82D9CC23}"/>
    <dgm:cxn modelId="{2B672D87-31A4-413B-A99E-AE76E9CADFDA}" type="presParOf" srcId="{74DFAC87-6B4E-4A48-A98E-93DD6C9A1819}" destId="{14A21C6D-8F8D-46FD-BA09-1A11FB560C08}" srcOrd="0" destOrd="0" presId="urn:microsoft.com/office/officeart/2018/2/layout/IconLabelList"/>
    <dgm:cxn modelId="{B02E3E51-9788-46EE-8CBF-BF67EE25C9C6}" type="presParOf" srcId="{14A21C6D-8F8D-46FD-BA09-1A11FB560C08}" destId="{6CD867DB-49B0-4859-BFF1-1EE9E23EDEF2}" srcOrd="0" destOrd="0" presId="urn:microsoft.com/office/officeart/2018/2/layout/IconLabelList"/>
    <dgm:cxn modelId="{21010470-D9FA-49F1-9863-FE1671E2CC43}" type="presParOf" srcId="{14A21C6D-8F8D-46FD-BA09-1A11FB560C08}" destId="{6CD01A3D-3554-4869-9FF9-D40ED96B99E2}" srcOrd="1" destOrd="0" presId="urn:microsoft.com/office/officeart/2018/2/layout/IconLabelList"/>
    <dgm:cxn modelId="{32F88198-063A-4F96-9C01-0D019F7CE382}" type="presParOf" srcId="{14A21C6D-8F8D-46FD-BA09-1A11FB560C08}" destId="{A6E61B9E-A4D0-42C8-9BA1-D7F3F50157D5}" srcOrd="2" destOrd="0" presId="urn:microsoft.com/office/officeart/2018/2/layout/IconLabelList"/>
    <dgm:cxn modelId="{3CE13857-F91C-47FC-826F-DA0BEE6E3059}" type="presParOf" srcId="{74DFAC87-6B4E-4A48-A98E-93DD6C9A1819}" destId="{180F40C8-6206-4321-93EA-CE324F5C3F3C}" srcOrd="1" destOrd="0" presId="urn:microsoft.com/office/officeart/2018/2/layout/IconLabelList"/>
    <dgm:cxn modelId="{F8377DA5-4149-4CAD-800E-CAE49D643103}" type="presParOf" srcId="{74DFAC87-6B4E-4A48-A98E-93DD6C9A1819}" destId="{1239F1B8-9257-4EF8-A43B-63C78B705BF0}" srcOrd="2" destOrd="0" presId="urn:microsoft.com/office/officeart/2018/2/layout/IconLabelList"/>
    <dgm:cxn modelId="{863BEE01-2256-406D-9F16-E0792725CC8B}" type="presParOf" srcId="{1239F1B8-9257-4EF8-A43B-63C78B705BF0}" destId="{48E19DBD-674B-4D39-8A98-89EB60B58BDD}" srcOrd="0" destOrd="0" presId="urn:microsoft.com/office/officeart/2018/2/layout/IconLabelList"/>
    <dgm:cxn modelId="{96ED1DBD-6C99-4934-A38E-12E937426B25}" type="presParOf" srcId="{1239F1B8-9257-4EF8-A43B-63C78B705BF0}" destId="{A6121C46-25C9-41DA-88EF-FADBAC28AB0C}" srcOrd="1" destOrd="0" presId="urn:microsoft.com/office/officeart/2018/2/layout/IconLabelList"/>
    <dgm:cxn modelId="{D3EB4DC9-3C25-4E32-8E2B-DA3EDE66FD20}" type="presParOf" srcId="{1239F1B8-9257-4EF8-A43B-63C78B705BF0}" destId="{0E591B8F-C4C4-49BD-87F5-90597150AF90}" srcOrd="2" destOrd="0" presId="urn:microsoft.com/office/officeart/2018/2/layout/IconLabelList"/>
    <dgm:cxn modelId="{962E2992-A0E9-4DCD-9646-4F190D3AF9DB}" type="presParOf" srcId="{74DFAC87-6B4E-4A48-A98E-93DD6C9A1819}" destId="{F529BDC8-B0E9-4AB2-9588-ADEC4CEA1A1D}" srcOrd="3" destOrd="0" presId="urn:microsoft.com/office/officeart/2018/2/layout/IconLabelList"/>
    <dgm:cxn modelId="{00B3F4CB-E2DA-4B83-8790-C50D6254F166}" type="presParOf" srcId="{74DFAC87-6B4E-4A48-A98E-93DD6C9A1819}" destId="{C0411EB2-2165-434E-BEA9-9EC2C6D26E87}" srcOrd="4" destOrd="0" presId="urn:microsoft.com/office/officeart/2018/2/layout/IconLabelList"/>
    <dgm:cxn modelId="{8C445203-01CD-4422-AAB3-C05BD826DC80}" type="presParOf" srcId="{C0411EB2-2165-434E-BEA9-9EC2C6D26E87}" destId="{6ACD8C4C-A0C3-474F-88A9-D3048AEB6554}" srcOrd="0" destOrd="0" presId="urn:microsoft.com/office/officeart/2018/2/layout/IconLabelList"/>
    <dgm:cxn modelId="{C45BD87B-C521-4728-ABC4-C39C61D22A49}" type="presParOf" srcId="{C0411EB2-2165-434E-BEA9-9EC2C6D26E87}" destId="{F3F14342-9652-4435-B6DA-CE6E402BE2D5}" srcOrd="1" destOrd="0" presId="urn:microsoft.com/office/officeart/2018/2/layout/IconLabelList"/>
    <dgm:cxn modelId="{3A426CB7-A9FF-4C50-9F88-4DD09406E06A}" type="presParOf" srcId="{C0411EB2-2165-434E-BEA9-9EC2C6D26E87}" destId="{B79FF56E-0BC8-4065-9165-819B9DBD2C09}" srcOrd="2" destOrd="0" presId="urn:microsoft.com/office/officeart/2018/2/layout/IconLabelList"/>
    <dgm:cxn modelId="{B6CF7D66-A944-4829-893F-E6D5B2C3C373}" type="presParOf" srcId="{74DFAC87-6B4E-4A48-A98E-93DD6C9A1819}" destId="{EFB0FDD3-B686-4953-8C50-C9AB6D60DC0C}" srcOrd="5" destOrd="0" presId="urn:microsoft.com/office/officeart/2018/2/layout/IconLabelList"/>
    <dgm:cxn modelId="{5A4B3E2C-60F1-4D14-B9F0-3409ECD2496D}" type="presParOf" srcId="{74DFAC87-6B4E-4A48-A98E-93DD6C9A1819}" destId="{FEC51AE2-3BC1-4252-A083-C4509DE1D1DD}" srcOrd="6" destOrd="0" presId="urn:microsoft.com/office/officeart/2018/2/layout/IconLabelList"/>
    <dgm:cxn modelId="{0F10D8E9-9109-4DDF-A039-98DDA697770E}" type="presParOf" srcId="{FEC51AE2-3BC1-4252-A083-C4509DE1D1DD}" destId="{A18A2D38-781C-40DD-B69A-468E2383E5B8}" srcOrd="0" destOrd="0" presId="urn:microsoft.com/office/officeart/2018/2/layout/IconLabelList"/>
    <dgm:cxn modelId="{A7248A73-B6C1-439A-B627-9CDF7929473A}" type="presParOf" srcId="{FEC51AE2-3BC1-4252-A083-C4509DE1D1DD}" destId="{AE08A8AB-DDBF-41F0-8370-E3AD77F5DDD9}" srcOrd="1" destOrd="0" presId="urn:microsoft.com/office/officeart/2018/2/layout/IconLabelList"/>
    <dgm:cxn modelId="{5122BEDF-D346-4087-AE71-5E2860FFC0B5}" type="presParOf" srcId="{FEC51AE2-3BC1-4252-A083-C4509DE1D1DD}" destId="{C20A47FA-9DC7-469B-B701-E1A20C70BA2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5E6EA4-F29F-47FC-9B78-A9B7789617EA}" type="doc">
      <dgm:prSet loTypeId="urn:microsoft.com/office/officeart/2018/2/layout/IconVerticalSolidList" loCatId="icon" qsTypeId="urn:microsoft.com/office/officeart/2005/8/quickstyle/simple1" qsCatId="simple" csTypeId="urn:microsoft.com/office/officeart/2018/5/colors/Iconchunking_neutralicontext_accent0_3" csCatId="mainScheme" phldr="1"/>
      <dgm:spPr/>
      <dgm:t>
        <a:bodyPr/>
        <a:lstStyle/>
        <a:p>
          <a:endParaRPr lang="en-US"/>
        </a:p>
      </dgm:t>
    </dgm:pt>
    <dgm:pt modelId="{3BBE48D6-3614-48FF-850C-09A1ADF9F5B6}">
      <dgm:prSet/>
      <dgm:spPr/>
      <dgm:t>
        <a:bodyPr/>
        <a:lstStyle/>
        <a:p>
          <a:pPr>
            <a:lnSpc>
              <a:spcPct val="100000"/>
            </a:lnSpc>
          </a:pPr>
          <a:r>
            <a:rPr lang="en-US">
              <a:latin typeface="Verdana" panose="020B0604030504040204" pitchFamily="34" charset="0"/>
              <a:ea typeface="Verdana" panose="020B0604030504040204" pitchFamily="34" charset="0"/>
              <a:cs typeface="Verdana" panose="020B0604030504040204" pitchFamily="34" charset="0"/>
            </a:rPr>
            <a:t>92% of college students consume caffeine (avg. 159 mg/day)</a:t>
          </a:r>
        </a:p>
      </dgm:t>
    </dgm:pt>
    <dgm:pt modelId="{F5E203D7-92BF-4CB5-86B8-FB46EEB3C224}" type="parTrans" cxnId="{8125CD16-14F7-4A26-9547-012E9EC2D0B6}">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33226314-14E3-4D32-839B-E14BF3145578}" type="sibTrans" cxnId="{8125CD16-14F7-4A26-9547-012E9EC2D0B6}">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A663F013-5309-49B8-9D18-59D773ABBCBE}">
      <dgm:prSet/>
      <dgm:spPr/>
      <dgm:t>
        <a:bodyPr/>
        <a:lstStyle/>
        <a:p>
          <a:pPr>
            <a:lnSpc>
              <a:spcPct val="100000"/>
            </a:lnSpc>
          </a:pPr>
          <a:r>
            <a:rPr lang="en-US">
              <a:latin typeface="Verdana" panose="020B0604030504040204" pitchFamily="34" charset="0"/>
              <a:ea typeface="Verdana" panose="020B0604030504040204" pitchFamily="34" charset="0"/>
              <a:cs typeface="Verdana" panose="020B0604030504040204" pitchFamily="34" charset="0"/>
            </a:rPr>
            <a:t>Reasons: stay awake, improve concentration, social aspects, reduce stress</a:t>
          </a:r>
        </a:p>
      </dgm:t>
    </dgm:pt>
    <dgm:pt modelId="{6734DAA8-B77E-4A00-A175-CBED8501CCCC}" type="parTrans" cxnId="{DD5ACE1D-F22D-4737-A6CF-28868DFE0004}">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D02F4E92-3B69-4DDD-95C3-19E52F6EEB6D}" type="sibTrans" cxnId="{DD5ACE1D-F22D-4737-A6CF-28868DFE0004}">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76AB0845-8181-4E4F-9306-6BFD2D5D74A6}">
      <dgm:prSet/>
      <dgm:spPr/>
      <dgm:t>
        <a:bodyPr/>
        <a:lstStyle/>
        <a:p>
          <a:pPr>
            <a:lnSpc>
              <a:spcPct val="100000"/>
            </a:lnSpc>
          </a:pPr>
          <a:r>
            <a:rPr lang="en-US">
              <a:latin typeface="Verdana" panose="020B0604030504040204" pitchFamily="34" charset="0"/>
              <a:ea typeface="Verdana" panose="020B0604030504040204" pitchFamily="34" charset="0"/>
              <a:cs typeface="Verdana" panose="020B0604030504040204" pitchFamily="34" charset="0"/>
            </a:rPr>
            <a:t>Caffeine = adenosine receptor antagonist → reduces drowsiness, increases alertness</a:t>
          </a:r>
        </a:p>
      </dgm:t>
    </dgm:pt>
    <dgm:pt modelId="{865DBD72-5884-49C3-8F32-0BE9A9CC6F6A}" type="parTrans" cxnId="{7228E0C3-56D9-40FB-BB36-3CC6980CCE69}">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6C0CDCF0-60E5-4356-A79B-398D0E5DF38A}" type="sibTrans" cxnId="{7228E0C3-56D9-40FB-BB36-3CC6980CCE69}">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031CBA9E-63EC-40E7-B6AC-0BB313E65C41}">
      <dgm:prSet/>
      <dgm:spPr/>
      <dgm:t>
        <a:bodyPr/>
        <a:lstStyle/>
        <a:p>
          <a:pPr>
            <a:lnSpc>
              <a:spcPct val="100000"/>
            </a:lnSpc>
          </a:pPr>
          <a:r>
            <a:rPr lang="en-US">
              <a:latin typeface="Verdana" panose="020B0604030504040204" pitchFamily="34" charset="0"/>
              <a:ea typeface="Verdana" panose="020B0604030504040204" pitchFamily="34" charset="0"/>
              <a:cs typeface="Verdana" panose="020B0604030504040204" pitchFamily="34" charset="0"/>
            </a:rPr>
            <a:t>Prior studies: mixed results on heart rate and reaction time</a:t>
          </a:r>
        </a:p>
      </dgm:t>
    </dgm:pt>
    <dgm:pt modelId="{A5432355-2010-4C08-BAD1-86411731AA8E}" type="parTrans" cxnId="{2B9EEDDB-8E71-4A88-964C-E75D0528EABB}">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4595F668-EBB0-448F-81A4-F6AEE3F34F9D}" type="sibTrans" cxnId="{2B9EEDDB-8E71-4A88-964C-E75D0528EABB}">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2D03CAAE-17D5-42E0-82D9-04CD2C92BCCA}" type="pres">
      <dgm:prSet presAssocID="{C05E6EA4-F29F-47FC-9B78-A9B7789617EA}" presName="root" presStyleCnt="0">
        <dgm:presLayoutVars>
          <dgm:dir/>
          <dgm:resizeHandles val="exact"/>
        </dgm:presLayoutVars>
      </dgm:prSet>
      <dgm:spPr/>
    </dgm:pt>
    <dgm:pt modelId="{0D3B5A34-41B2-445A-9434-992449B4812C}" type="pres">
      <dgm:prSet presAssocID="{3BBE48D6-3614-48FF-850C-09A1ADF9F5B6}" presName="compNode" presStyleCnt="0"/>
      <dgm:spPr/>
    </dgm:pt>
    <dgm:pt modelId="{F23AE625-B523-412F-B2F4-2FA5BF9FA396}" type="pres">
      <dgm:prSet presAssocID="{3BBE48D6-3614-48FF-850C-09A1ADF9F5B6}" presName="bgRect" presStyleLbl="bgShp" presStyleIdx="0" presStyleCnt="4"/>
      <dgm:spPr/>
    </dgm:pt>
    <dgm:pt modelId="{B5C62C42-4537-4DE5-B4FA-D4828904552F}" type="pres">
      <dgm:prSet presAssocID="{3BBE48D6-3614-48FF-850C-09A1ADF9F5B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offee"/>
        </a:ext>
      </dgm:extLst>
    </dgm:pt>
    <dgm:pt modelId="{DC0EF69B-4732-458B-B9FB-3FA43B108885}" type="pres">
      <dgm:prSet presAssocID="{3BBE48D6-3614-48FF-850C-09A1ADF9F5B6}" presName="spaceRect" presStyleCnt="0"/>
      <dgm:spPr/>
    </dgm:pt>
    <dgm:pt modelId="{E7E7977D-6343-47C9-BADF-5613C1AA80D4}" type="pres">
      <dgm:prSet presAssocID="{3BBE48D6-3614-48FF-850C-09A1ADF9F5B6}" presName="parTx" presStyleLbl="revTx" presStyleIdx="0" presStyleCnt="4">
        <dgm:presLayoutVars>
          <dgm:chMax val="0"/>
          <dgm:chPref val="0"/>
        </dgm:presLayoutVars>
      </dgm:prSet>
      <dgm:spPr/>
    </dgm:pt>
    <dgm:pt modelId="{D96767FA-5FA2-48DF-8278-CC77EFB9B8C7}" type="pres">
      <dgm:prSet presAssocID="{33226314-14E3-4D32-839B-E14BF3145578}" presName="sibTrans" presStyleCnt="0"/>
      <dgm:spPr/>
    </dgm:pt>
    <dgm:pt modelId="{BAD48983-9D85-4435-BB1B-2F4BA6147A61}" type="pres">
      <dgm:prSet presAssocID="{A663F013-5309-49B8-9D18-59D773ABBCBE}" presName="compNode" presStyleCnt="0"/>
      <dgm:spPr/>
    </dgm:pt>
    <dgm:pt modelId="{2FF96E14-68BF-4A57-AE33-740084F66B74}" type="pres">
      <dgm:prSet presAssocID="{A663F013-5309-49B8-9D18-59D773ABBCBE}" presName="bgRect" presStyleLbl="bgShp" presStyleIdx="1" presStyleCnt="4"/>
      <dgm:spPr/>
    </dgm:pt>
    <dgm:pt modelId="{B2305F3A-1A91-437B-957D-2916EB0D5A4F}" type="pres">
      <dgm:prSet presAssocID="{A663F013-5309-49B8-9D18-59D773ABBCB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leep"/>
        </a:ext>
      </dgm:extLst>
    </dgm:pt>
    <dgm:pt modelId="{9534E0CC-E61A-45E3-AB8E-8322068D692D}" type="pres">
      <dgm:prSet presAssocID="{A663F013-5309-49B8-9D18-59D773ABBCBE}" presName="spaceRect" presStyleCnt="0"/>
      <dgm:spPr/>
    </dgm:pt>
    <dgm:pt modelId="{D1CAD2B6-5D71-4ACE-B2F0-C0B138BB9B5B}" type="pres">
      <dgm:prSet presAssocID="{A663F013-5309-49B8-9D18-59D773ABBCBE}" presName="parTx" presStyleLbl="revTx" presStyleIdx="1" presStyleCnt="4">
        <dgm:presLayoutVars>
          <dgm:chMax val="0"/>
          <dgm:chPref val="0"/>
        </dgm:presLayoutVars>
      </dgm:prSet>
      <dgm:spPr/>
    </dgm:pt>
    <dgm:pt modelId="{98B7B472-D438-4CF8-BF9F-882CAAA82DB7}" type="pres">
      <dgm:prSet presAssocID="{D02F4E92-3B69-4DDD-95C3-19E52F6EEB6D}" presName="sibTrans" presStyleCnt="0"/>
      <dgm:spPr/>
    </dgm:pt>
    <dgm:pt modelId="{D6B9E671-9926-408D-9306-993BC74D4191}" type="pres">
      <dgm:prSet presAssocID="{76AB0845-8181-4E4F-9306-6BFD2D5D74A6}" presName="compNode" presStyleCnt="0"/>
      <dgm:spPr/>
    </dgm:pt>
    <dgm:pt modelId="{5C11BD99-484D-4F0F-893C-9C5DC232B246}" type="pres">
      <dgm:prSet presAssocID="{76AB0845-8181-4E4F-9306-6BFD2D5D74A6}" presName="bgRect" presStyleLbl="bgShp" presStyleIdx="2" presStyleCnt="4"/>
      <dgm:spPr/>
    </dgm:pt>
    <dgm:pt modelId="{27256586-C1D2-422D-B658-7CFB505DA03A}" type="pres">
      <dgm:prSet presAssocID="{76AB0845-8181-4E4F-9306-6BFD2D5D74A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edicine"/>
        </a:ext>
      </dgm:extLst>
    </dgm:pt>
    <dgm:pt modelId="{DDD19602-2CFF-4702-9BD3-717CFC69CF19}" type="pres">
      <dgm:prSet presAssocID="{76AB0845-8181-4E4F-9306-6BFD2D5D74A6}" presName="spaceRect" presStyleCnt="0"/>
      <dgm:spPr/>
    </dgm:pt>
    <dgm:pt modelId="{0A6BC6DD-BD77-4B12-B111-A8B1AB880AAA}" type="pres">
      <dgm:prSet presAssocID="{76AB0845-8181-4E4F-9306-6BFD2D5D74A6}" presName="parTx" presStyleLbl="revTx" presStyleIdx="2" presStyleCnt="4">
        <dgm:presLayoutVars>
          <dgm:chMax val="0"/>
          <dgm:chPref val="0"/>
        </dgm:presLayoutVars>
      </dgm:prSet>
      <dgm:spPr/>
    </dgm:pt>
    <dgm:pt modelId="{CE03FF0E-87DE-44EA-A737-25679D36DCAB}" type="pres">
      <dgm:prSet presAssocID="{6C0CDCF0-60E5-4356-A79B-398D0E5DF38A}" presName="sibTrans" presStyleCnt="0"/>
      <dgm:spPr/>
    </dgm:pt>
    <dgm:pt modelId="{9211FA4E-C6C9-40C4-9F8B-CB019B29D219}" type="pres">
      <dgm:prSet presAssocID="{031CBA9E-63EC-40E7-B6AC-0BB313E65C41}" presName="compNode" presStyleCnt="0"/>
      <dgm:spPr/>
    </dgm:pt>
    <dgm:pt modelId="{0E6DA0D1-2DDE-43EA-9C20-547E963EE724}" type="pres">
      <dgm:prSet presAssocID="{031CBA9E-63EC-40E7-B6AC-0BB313E65C41}" presName="bgRect" presStyleLbl="bgShp" presStyleIdx="3" presStyleCnt="4"/>
      <dgm:spPr/>
    </dgm:pt>
    <dgm:pt modelId="{605B5A34-D9F1-428F-A1AF-D7AC56CC126F}" type="pres">
      <dgm:prSet presAssocID="{031CBA9E-63EC-40E7-B6AC-0BB313E65C41}"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rt with Pulse"/>
        </a:ext>
      </dgm:extLst>
    </dgm:pt>
    <dgm:pt modelId="{C7DFA208-2D6B-4852-848E-DBE23306E1D1}" type="pres">
      <dgm:prSet presAssocID="{031CBA9E-63EC-40E7-B6AC-0BB313E65C41}" presName="spaceRect" presStyleCnt="0"/>
      <dgm:spPr/>
    </dgm:pt>
    <dgm:pt modelId="{89F1815C-AA92-4343-9513-24CEC267F7DA}" type="pres">
      <dgm:prSet presAssocID="{031CBA9E-63EC-40E7-B6AC-0BB313E65C41}" presName="parTx" presStyleLbl="revTx" presStyleIdx="3" presStyleCnt="4">
        <dgm:presLayoutVars>
          <dgm:chMax val="0"/>
          <dgm:chPref val="0"/>
        </dgm:presLayoutVars>
      </dgm:prSet>
      <dgm:spPr/>
    </dgm:pt>
  </dgm:ptLst>
  <dgm:cxnLst>
    <dgm:cxn modelId="{881E4911-C472-4865-B75A-4F0B108F04E6}" type="presOf" srcId="{76AB0845-8181-4E4F-9306-6BFD2D5D74A6}" destId="{0A6BC6DD-BD77-4B12-B111-A8B1AB880AAA}" srcOrd="0" destOrd="0" presId="urn:microsoft.com/office/officeart/2018/2/layout/IconVerticalSolidList"/>
    <dgm:cxn modelId="{8125CD16-14F7-4A26-9547-012E9EC2D0B6}" srcId="{C05E6EA4-F29F-47FC-9B78-A9B7789617EA}" destId="{3BBE48D6-3614-48FF-850C-09A1ADF9F5B6}" srcOrd="0" destOrd="0" parTransId="{F5E203D7-92BF-4CB5-86B8-FB46EEB3C224}" sibTransId="{33226314-14E3-4D32-839B-E14BF3145578}"/>
    <dgm:cxn modelId="{DD5ACE1D-F22D-4737-A6CF-28868DFE0004}" srcId="{C05E6EA4-F29F-47FC-9B78-A9B7789617EA}" destId="{A663F013-5309-49B8-9D18-59D773ABBCBE}" srcOrd="1" destOrd="0" parTransId="{6734DAA8-B77E-4A00-A175-CBED8501CCCC}" sibTransId="{D02F4E92-3B69-4DDD-95C3-19E52F6EEB6D}"/>
    <dgm:cxn modelId="{09DB2444-43D1-42DC-902E-4764065A300C}" type="presOf" srcId="{C05E6EA4-F29F-47FC-9B78-A9B7789617EA}" destId="{2D03CAAE-17D5-42E0-82D9-04CD2C92BCCA}" srcOrd="0" destOrd="0" presId="urn:microsoft.com/office/officeart/2018/2/layout/IconVerticalSolidList"/>
    <dgm:cxn modelId="{FCEFDC53-EB27-4C7E-B856-BC240E90AAB6}" type="presOf" srcId="{A663F013-5309-49B8-9D18-59D773ABBCBE}" destId="{D1CAD2B6-5D71-4ACE-B2F0-C0B138BB9B5B}" srcOrd="0" destOrd="0" presId="urn:microsoft.com/office/officeart/2018/2/layout/IconVerticalSolidList"/>
    <dgm:cxn modelId="{F7B44592-D1A6-4268-A384-F78A8034DF93}" type="presOf" srcId="{031CBA9E-63EC-40E7-B6AC-0BB313E65C41}" destId="{89F1815C-AA92-4343-9513-24CEC267F7DA}" srcOrd="0" destOrd="0" presId="urn:microsoft.com/office/officeart/2018/2/layout/IconVerticalSolidList"/>
    <dgm:cxn modelId="{CD33B3A5-43DA-4605-BE54-A60394EABF0D}" type="presOf" srcId="{3BBE48D6-3614-48FF-850C-09A1ADF9F5B6}" destId="{E7E7977D-6343-47C9-BADF-5613C1AA80D4}" srcOrd="0" destOrd="0" presId="urn:microsoft.com/office/officeart/2018/2/layout/IconVerticalSolidList"/>
    <dgm:cxn modelId="{7228E0C3-56D9-40FB-BB36-3CC6980CCE69}" srcId="{C05E6EA4-F29F-47FC-9B78-A9B7789617EA}" destId="{76AB0845-8181-4E4F-9306-6BFD2D5D74A6}" srcOrd="2" destOrd="0" parTransId="{865DBD72-5884-49C3-8F32-0BE9A9CC6F6A}" sibTransId="{6C0CDCF0-60E5-4356-A79B-398D0E5DF38A}"/>
    <dgm:cxn modelId="{2B9EEDDB-8E71-4A88-964C-E75D0528EABB}" srcId="{C05E6EA4-F29F-47FC-9B78-A9B7789617EA}" destId="{031CBA9E-63EC-40E7-B6AC-0BB313E65C41}" srcOrd="3" destOrd="0" parTransId="{A5432355-2010-4C08-BAD1-86411731AA8E}" sibTransId="{4595F668-EBB0-448F-81A4-F6AEE3F34F9D}"/>
    <dgm:cxn modelId="{3BDCC41E-E2DB-4E0F-87CD-1E94F9EEBE6D}" type="presParOf" srcId="{2D03CAAE-17D5-42E0-82D9-04CD2C92BCCA}" destId="{0D3B5A34-41B2-445A-9434-992449B4812C}" srcOrd="0" destOrd="0" presId="urn:microsoft.com/office/officeart/2018/2/layout/IconVerticalSolidList"/>
    <dgm:cxn modelId="{1F461F74-2680-4C69-AAF6-0232F803A663}" type="presParOf" srcId="{0D3B5A34-41B2-445A-9434-992449B4812C}" destId="{F23AE625-B523-412F-B2F4-2FA5BF9FA396}" srcOrd="0" destOrd="0" presId="urn:microsoft.com/office/officeart/2018/2/layout/IconVerticalSolidList"/>
    <dgm:cxn modelId="{4944DDF2-F487-4A39-8C6D-EA6E71D92EDA}" type="presParOf" srcId="{0D3B5A34-41B2-445A-9434-992449B4812C}" destId="{B5C62C42-4537-4DE5-B4FA-D4828904552F}" srcOrd="1" destOrd="0" presId="urn:microsoft.com/office/officeart/2018/2/layout/IconVerticalSolidList"/>
    <dgm:cxn modelId="{C34213C7-9C94-4E16-824B-B51388C241FF}" type="presParOf" srcId="{0D3B5A34-41B2-445A-9434-992449B4812C}" destId="{DC0EF69B-4732-458B-B9FB-3FA43B108885}" srcOrd="2" destOrd="0" presId="urn:microsoft.com/office/officeart/2018/2/layout/IconVerticalSolidList"/>
    <dgm:cxn modelId="{91F0B393-C377-4A91-B598-58BAB5BA31C7}" type="presParOf" srcId="{0D3B5A34-41B2-445A-9434-992449B4812C}" destId="{E7E7977D-6343-47C9-BADF-5613C1AA80D4}" srcOrd="3" destOrd="0" presId="urn:microsoft.com/office/officeart/2018/2/layout/IconVerticalSolidList"/>
    <dgm:cxn modelId="{358B82F1-AB07-4C48-A164-A116D9A84519}" type="presParOf" srcId="{2D03CAAE-17D5-42E0-82D9-04CD2C92BCCA}" destId="{D96767FA-5FA2-48DF-8278-CC77EFB9B8C7}" srcOrd="1" destOrd="0" presId="urn:microsoft.com/office/officeart/2018/2/layout/IconVerticalSolidList"/>
    <dgm:cxn modelId="{2B8C36BC-D592-4C19-A57C-BB37DC07EB22}" type="presParOf" srcId="{2D03CAAE-17D5-42E0-82D9-04CD2C92BCCA}" destId="{BAD48983-9D85-4435-BB1B-2F4BA6147A61}" srcOrd="2" destOrd="0" presId="urn:microsoft.com/office/officeart/2018/2/layout/IconVerticalSolidList"/>
    <dgm:cxn modelId="{038BB8B5-9220-4B98-9AB3-297706E960EE}" type="presParOf" srcId="{BAD48983-9D85-4435-BB1B-2F4BA6147A61}" destId="{2FF96E14-68BF-4A57-AE33-740084F66B74}" srcOrd="0" destOrd="0" presId="urn:microsoft.com/office/officeart/2018/2/layout/IconVerticalSolidList"/>
    <dgm:cxn modelId="{5257C54D-F05C-4DEE-97ED-D938EBA58D57}" type="presParOf" srcId="{BAD48983-9D85-4435-BB1B-2F4BA6147A61}" destId="{B2305F3A-1A91-437B-957D-2916EB0D5A4F}" srcOrd="1" destOrd="0" presId="urn:microsoft.com/office/officeart/2018/2/layout/IconVerticalSolidList"/>
    <dgm:cxn modelId="{C7066F23-7E82-4312-AD24-61AE8F782214}" type="presParOf" srcId="{BAD48983-9D85-4435-BB1B-2F4BA6147A61}" destId="{9534E0CC-E61A-45E3-AB8E-8322068D692D}" srcOrd="2" destOrd="0" presId="urn:microsoft.com/office/officeart/2018/2/layout/IconVerticalSolidList"/>
    <dgm:cxn modelId="{300352B5-CEBC-4A3F-BE62-23899C119781}" type="presParOf" srcId="{BAD48983-9D85-4435-BB1B-2F4BA6147A61}" destId="{D1CAD2B6-5D71-4ACE-B2F0-C0B138BB9B5B}" srcOrd="3" destOrd="0" presId="urn:microsoft.com/office/officeart/2018/2/layout/IconVerticalSolidList"/>
    <dgm:cxn modelId="{66D68A25-3076-4317-8885-1082EF19F9AD}" type="presParOf" srcId="{2D03CAAE-17D5-42E0-82D9-04CD2C92BCCA}" destId="{98B7B472-D438-4CF8-BF9F-882CAAA82DB7}" srcOrd="3" destOrd="0" presId="urn:microsoft.com/office/officeart/2018/2/layout/IconVerticalSolidList"/>
    <dgm:cxn modelId="{8DE80042-CC27-4F21-B075-C586347F7A02}" type="presParOf" srcId="{2D03CAAE-17D5-42E0-82D9-04CD2C92BCCA}" destId="{D6B9E671-9926-408D-9306-993BC74D4191}" srcOrd="4" destOrd="0" presId="urn:microsoft.com/office/officeart/2018/2/layout/IconVerticalSolidList"/>
    <dgm:cxn modelId="{89960800-DCFA-43C8-93E9-F86173093654}" type="presParOf" srcId="{D6B9E671-9926-408D-9306-993BC74D4191}" destId="{5C11BD99-484D-4F0F-893C-9C5DC232B246}" srcOrd="0" destOrd="0" presId="urn:microsoft.com/office/officeart/2018/2/layout/IconVerticalSolidList"/>
    <dgm:cxn modelId="{425E598C-4A85-4AF0-8B8E-0F4EC3DE45F8}" type="presParOf" srcId="{D6B9E671-9926-408D-9306-993BC74D4191}" destId="{27256586-C1D2-422D-B658-7CFB505DA03A}" srcOrd="1" destOrd="0" presId="urn:microsoft.com/office/officeart/2018/2/layout/IconVerticalSolidList"/>
    <dgm:cxn modelId="{12529388-A3ED-4FEE-8FA1-67F9C78D703F}" type="presParOf" srcId="{D6B9E671-9926-408D-9306-993BC74D4191}" destId="{DDD19602-2CFF-4702-9BD3-717CFC69CF19}" srcOrd="2" destOrd="0" presId="urn:microsoft.com/office/officeart/2018/2/layout/IconVerticalSolidList"/>
    <dgm:cxn modelId="{953B2D46-1EFD-48E8-B640-81C89C546055}" type="presParOf" srcId="{D6B9E671-9926-408D-9306-993BC74D4191}" destId="{0A6BC6DD-BD77-4B12-B111-A8B1AB880AAA}" srcOrd="3" destOrd="0" presId="urn:microsoft.com/office/officeart/2018/2/layout/IconVerticalSolidList"/>
    <dgm:cxn modelId="{A9EFA2FF-2C71-408D-98D3-E369300E15BA}" type="presParOf" srcId="{2D03CAAE-17D5-42E0-82D9-04CD2C92BCCA}" destId="{CE03FF0E-87DE-44EA-A737-25679D36DCAB}" srcOrd="5" destOrd="0" presId="urn:microsoft.com/office/officeart/2018/2/layout/IconVerticalSolidList"/>
    <dgm:cxn modelId="{FD182FDE-18EE-4EFE-A581-E73937E4728D}" type="presParOf" srcId="{2D03CAAE-17D5-42E0-82D9-04CD2C92BCCA}" destId="{9211FA4E-C6C9-40C4-9F8B-CB019B29D219}" srcOrd="6" destOrd="0" presId="urn:microsoft.com/office/officeart/2018/2/layout/IconVerticalSolidList"/>
    <dgm:cxn modelId="{A74B7776-252B-4123-B906-B54B349404EA}" type="presParOf" srcId="{9211FA4E-C6C9-40C4-9F8B-CB019B29D219}" destId="{0E6DA0D1-2DDE-43EA-9C20-547E963EE724}" srcOrd="0" destOrd="0" presId="urn:microsoft.com/office/officeart/2018/2/layout/IconVerticalSolidList"/>
    <dgm:cxn modelId="{D1E558DE-F2D9-4F2C-B132-4C33C7ADE9EA}" type="presParOf" srcId="{9211FA4E-C6C9-40C4-9F8B-CB019B29D219}" destId="{605B5A34-D9F1-428F-A1AF-D7AC56CC126F}" srcOrd="1" destOrd="0" presId="urn:microsoft.com/office/officeart/2018/2/layout/IconVerticalSolidList"/>
    <dgm:cxn modelId="{D9C30949-81D2-4612-AF44-514A79D0121B}" type="presParOf" srcId="{9211FA4E-C6C9-40C4-9F8B-CB019B29D219}" destId="{C7DFA208-2D6B-4852-848E-DBE23306E1D1}" srcOrd="2" destOrd="0" presId="urn:microsoft.com/office/officeart/2018/2/layout/IconVerticalSolidList"/>
    <dgm:cxn modelId="{3974EF3F-20C0-473D-B165-7D04C6B039FF}" type="presParOf" srcId="{9211FA4E-C6C9-40C4-9F8B-CB019B29D219}" destId="{89F1815C-AA92-4343-9513-24CEC267F7D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FB2711-BA74-4E16-AB3C-605022A19345}"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FFEEB7AC-4345-428B-82F8-2C21404F6B6B}">
      <dgm:prSet/>
      <dgm:spPr/>
      <dgm:t>
        <a:bodyPr/>
        <a:lstStyle/>
        <a:p>
          <a:pPr>
            <a:lnSpc>
              <a:spcPct val="100000"/>
            </a:lnSpc>
            <a:defRPr b="1"/>
          </a:pPr>
          <a:r>
            <a:rPr lang="en-US" b="1">
              <a:latin typeface="Verdana" panose="020B0604030504040204" pitchFamily="34" charset="0"/>
              <a:ea typeface="Verdana" panose="020B0604030504040204" pitchFamily="34" charset="0"/>
              <a:cs typeface="Verdana" panose="020B0604030504040204" pitchFamily="34" charset="0"/>
            </a:rPr>
            <a:t>Heart Rate:</a:t>
          </a:r>
          <a:endParaRPr lang="en-US">
            <a:latin typeface="Verdana" panose="020B0604030504040204" pitchFamily="34" charset="0"/>
            <a:ea typeface="Verdana" panose="020B0604030504040204" pitchFamily="34" charset="0"/>
            <a:cs typeface="Verdana" panose="020B0604030504040204" pitchFamily="34" charset="0"/>
          </a:endParaRPr>
        </a:p>
      </dgm:t>
    </dgm:pt>
    <dgm:pt modelId="{203CAC71-9F95-4DD4-AFD3-85D1403F5214}" type="parTrans" cxnId="{EDD2F12E-5BDB-4C18-9604-11E465D1F8EA}">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9FEB5699-E621-4B88-9060-4235743149C5}" type="sibTrans" cxnId="{EDD2F12E-5BDB-4C18-9604-11E465D1F8EA}">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EDE944A5-7E03-4870-AFA8-B451D7AC4FC1}">
      <dgm:prSet custT="1"/>
      <dgm:spPr/>
      <dgm:t>
        <a:bodyPr/>
        <a:lstStyle/>
        <a:p>
          <a:pPr>
            <a:lnSpc>
              <a:spcPct val="100000"/>
            </a:lnSpc>
          </a:pPr>
          <a:r>
            <a:rPr lang="en-US" sz="3200">
              <a:latin typeface="Verdana" panose="020B0604030504040204" pitchFamily="34" charset="0"/>
              <a:ea typeface="Verdana" panose="020B0604030504040204" pitchFamily="34" charset="0"/>
              <a:cs typeface="Verdana" panose="020B0604030504040204" pitchFamily="34" charset="0"/>
            </a:rPr>
            <a:t>𝐻</a:t>
          </a:r>
          <a:r>
            <a:rPr lang="en-US" sz="3200" baseline="-25000">
              <a:latin typeface="Verdana" panose="020B0604030504040204" pitchFamily="34" charset="0"/>
              <a:ea typeface="Verdana" panose="020B0604030504040204" pitchFamily="34" charset="0"/>
              <a:cs typeface="Verdana" panose="020B0604030504040204" pitchFamily="34" charset="0"/>
            </a:rPr>
            <a:t>0</a:t>
          </a:r>
          <a:r>
            <a:rPr lang="en-US" sz="3200">
              <a:latin typeface="Verdana" panose="020B0604030504040204" pitchFamily="34" charset="0"/>
              <a:ea typeface="Verdana" panose="020B0604030504040204" pitchFamily="34" charset="0"/>
              <a:cs typeface="Verdana" panose="020B0604030504040204" pitchFamily="34" charset="0"/>
            </a:rPr>
            <a:t>: 𝜇</a:t>
          </a:r>
          <a:r>
            <a:rPr lang="en-US" sz="3200" baseline="-25000">
              <a:latin typeface="Verdana" panose="020B0604030504040204" pitchFamily="34" charset="0"/>
              <a:ea typeface="Verdana" panose="020B0604030504040204" pitchFamily="34" charset="0"/>
              <a:cs typeface="Verdana" panose="020B0604030504040204" pitchFamily="34" charset="0"/>
            </a:rPr>
            <a:t>𝑤 </a:t>
          </a:r>
          <a:r>
            <a:rPr lang="en-US" sz="3200">
              <a:latin typeface="Verdana" panose="020B0604030504040204" pitchFamily="34" charset="0"/>
              <a:ea typeface="Verdana" panose="020B0604030504040204" pitchFamily="34" charset="0"/>
              <a:cs typeface="Verdana" panose="020B0604030504040204" pitchFamily="34" charset="0"/>
            </a:rPr>
            <a:t>= 𝜇</a:t>
          </a:r>
          <a:r>
            <a:rPr lang="en-US" sz="3200" baseline="-25000">
              <a:latin typeface="Verdana" panose="020B0604030504040204" pitchFamily="34" charset="0"/>
              <a:ea typeface="Verdana" panose="020B0604030504040204" pitchFamily="34" charset="0"/>
              <a:cs typeface="Verdana" panose="020B0604030504040204" pitchFamily="34" charset="0"/>
            </a:rPr>
            <a:t>𝑐𝑎𝑓𝑓</a:t>
          </a:r>
          <a:endParaRPr lang="en-US" sz="3200">
            <a:latin typeface="Verdana" panose="020B0604030504040204" pitchFamily="34" charset="0"/>
            <a:ea typeface="Verdana" panose="020B0604030504040204" pitchFamily="34" charset="0"/>
            <a:cs typeface="Verdana" panose="020B0604030504040204" pitchFamily="34" charset="0"/>
          </a:endParaRPr>
        </a:p>
      </dgm:t>
    </dgm:pt>
    <dgm:pt modelId="{5BBF0446-E92F-4592-941E-58A328AA07E6}" type="parTrans" cxnId="{7748BE93-C90D-4DCD-81F9-E3708372A035}">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B9FAD354-6682-497E-9359-C8FCB4A9F2A8}" type="sibTrans" cxnId="{7748BE93-C90D-4DCD-81F9-E3708372A035}">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AD28468A-445F-479D-B285-E73B6611744A}">
      <dgm:prSet custT="1"/>
      <dgm:spPr/>
      <dgm:t>
        <a:bodyPr/>
        <a:lstStyle/>
        <a:p>
          <a:pPr>
            <a:lnSpc>
              <a:spcPct val="100000"/>
            </a:lnSpc>
          </a:pPr>
          <a:r>
            <a:rPr lang="en-US" sz="3200">
              <a:latin typeface="Verdana" panose="020B0604030504040204" pitchFamily="34" charset="0"/>
              <a:ea typeface="Verdana" panose="020B0604030504040204" pitchFamily="34" charset="0"/>
              <a:cs typeface="Verdana" panose="020B0604030504040204" pitchFamily="34" charset="0"/>
            </a:rPr>
            <a:t>𝐻</a:t>
          </a:r>
          <a:r>
            <a:rPr lang="en-US" sz="3200" baseline="-25000">
              <a:latin typeface="Verdana" panose="020B0604030504040204" pitchFamily="34" charset="0"/>
              <a:ea typeface="Verdana" panose="020B0604030504040204" pitchFamily="34" charset="0"/>
              <a:cs typeface="Verdana" panose="020B0604030504040204" pitchFamily="34" charset="0"/>
            </a:rPr>
            <a:t>1</a:t>
          </a:r>
          <a:r>
            <a:rPr lang="en-US" sz="3200">
              <a:latin typeface="Verdana" panose="020B0604030504040204" pitchFamily="34" charset="0"/>
              <a:ea typeface="Verdana" panose="020B0604030504040204" pitchFamily="34" charset="0"/>
              <a:cs typeface="Verdana" panose="020B0604030504040204" pitchFamily="34" charset="0"/>
            </a:rPr>
            <a:t>: 𝜇</a:t>
          </a:r>
          <a:r>
            <a:rPr lang="en-US" sz="3200" baseline="-25000">
              <a:latin typeface="Verdana" panose="020B0604030504040204" pitchFamily="34" charset="0"/>
              <a:ea typeface="Verdana" panose="020B0604030504040204" pitchFamily="34" charset="0"/>
              <a:cs typeface="Verdana" panose="020B0604030504040204" pitchFamily="34" charset="0"/>
            </a:rPr>
            <a:t>𝑤 </a:t>
          </a:r>
          <a:r>
            <a:rPr lang="en-US" sz="3200">
              <a:latin typeface="Verdana" panose="020B0604030504040204" pitchFamily="34" charset="0"/>
              <a:ea typeface="Verdana" panose="020B0604030504040204" pitchFamily="34" charset="0"/>
              <a:cs typeface="Verdana" panose="020B0604030504040204" pitchFamily="34" charset="0"/>
            </a:rPr>
            <a:t>&lt; 𝜇</a:t>
          </a:r>
          <a:r>
            <a:rPr lang="en-US" sz="3200" baseline="-25000">
              <a:latin typeface="Verdana" panose="020B0604030504040204" pitchFamily="34" charset="0"/>
              <a:ea typeface="Verdana" panose="020B0604030504040204" pitchFamily="34" charset="0"/>
              <a:cs typeface="Verdana" panose="020B0604030504040204" pitchFamily="34" charset="0"/>
            </a:rPr>
            <a:t>𝑐𝑎𝑓𝑓</a:t>
          </a:r>
          <a:endParaRPr lang="en-US" sz="3200">
            <a:latin typeface="Verdana" panose="020B0604030504040204" pitchFamily="34" charset="0"/>
            <a:ea typeface="Verdana" panose="020B0604030504040204" pitchFamily="34" charset="0"/>
            <a:cs typeface="Verdana" panose="020B0604030504040204" pitchFamily="34" charset="0"/>
          </a:endParaRPr>
        </a:p>
      </dgm:t>
    </dgm:pt>
    <dgm:pt modelId="{F3755B0E-548F-477A-ADC4-78086C3B80E9}" type="parTrans" cxnId="{BD4D16C3-F7F0-4A2E-A32A-05CED472D2B5}">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392BDF4D-3874-4183-A05C-5FFB57D0D9C6}" type="sibTrans" cxnId="{BD4D16C3-F7F0-4A2E-A32A-05CED472D2B5}">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47183B23-6309-4824-92EE-332731D72C6B}">
      <dgm:prSet/>
      <dgm:spPr/>
      <dgm:t>
        <a:bodyPr/>
        <a:lstStyle/>
        <a:p>
          <a:pPr>
            <a:lnSpc>
              <a:spcPct val="100000"/>
            </a:lnSpc>
            <a:defRPr b="1"/>
          </a:pPr>
          <a:r>
            <a:rPr lang="en-US" b="1">
              <a:latin typeface="Verdana" panose="020B0604030504040204" pitchFamily="34" charset="0"/>
              <a:ea typeface="Verdana" panose="020B0604030504040204" pitchFamily="34" charset="0"/>
              <a:cs typeface="Verdana" panose="020B0604030504040204" pitchFamily="34" charset="0"/>
            </a:rPr>
            <a:t>Reaction Time: </a:t>
          </a:r>
          <a:endParaRPr lang="en-US">
            <a:latin typeface="Verdana" panose="020B0604030504040204" pitchFamily="34" charset="0"/>
            <a:ea typeface="Verdana" panose="020B0604030504040204" pitchFamily="34" charset="0"/>
            <a:cs typeface="Verdana" panose="020B0604030504040204" pitchFamily="34" charset="0"/>
          </a:endParaRPr>
        </a:p>
      </dgm:t>
    </dgm:pt>
    <dgm:pt modelId="{ACD23FED-28F4-48A1-88B9-0FCCC817B2FA}" type="parTrans" cxnId="{78377ECA-A7F2-495C-87D5-01077D00B93F}">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85477C7A-04FA-4BEB-8999-4A1D2C93EFB6}" type="sibTrans" cxnId="{78377ECA-A7F2-495C-87D5-01077D00B93F}">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7E1707E6-B321-4FC6-A799-45D8DB698BC5}">
      <dgm:prSet custT="1"/>
      <dgm:spPr/>
      <dgm:t>
        <a:bodyPr/>
        <a:lstStyle/>
        <a:p>
          <a:pPr>
            <a:lnSpc>
              <a:spcPct val="100000"/>
            </a:lnSpc>
          </a:pPr>
          <a:r>
            <a:rPr lang="en-US" sz="3200">
              <a:latin typeface="Verdana" panose="020B0604030504040204" pitchFamily="34" charset="0"/>
              <a:ea typeface="Verdana" panose="020B0604030504040204" pitchFamily="34" charset="0"/>
              <a:cs typeface="Verdana" panose="020B0604030504040204" pitchFamily="34" charset="0"/>
            </a:rPr>
            <a:t>𝐻</a:t>
          </a:r>
          <a:r>
            <a:rPr lang="en-US" sz="3200" baseline="-25000">
              <a:latin typeface="Verdana" panose="020B0604030504040204" pitchFamily="34" charset="0"/>
              <a:ea typeface="Verdana" panose="020B0604030504040204" pitchFamily="34" charset="0"/>
              <a:cs typeface="Verdana" panose="020B0604030504040204" pitchFamily="34" charset="0"/>
            </a:rPr>
            <a:t>0</a:t>
          </a:r>
          <a:r>
            <a:rPr lang="en-US" sz="3200">
              <a:latin typeface="Verdana" panose="020B0604030504040204" pitchFamily="34" charset="0"/>
              <a:ea typeface="Verdana" panose="020B0604030504040204" pitchFamily="34" charset="0"/>
              <a:cs typeface="Verdana" panose="020B0604030504040204" pitchFamily="34" charset="0"/>
            </a:rPr>
            <a:t>: 𝜇</a:t>
          </a:r>
          <a:r>
            <a:rPr lang="en-US" sz="3200" baseline="-25000">
              <a:latin typeface="Verdana" panose="020B0604030504040204" pitchFamily="34" charset="0"/>
              <a:ea typeface="Verdana" panose="020B0604030504040204" pitchFamily="34" charset="0"/>
              <a:cs typeface="Verdana" panose="020B0604030504040204" pitchFamily="34" charset="0"/>
            </a:rPr>
            <a:t>𝑤 </a:t>
          </a:r>
          <a:r>
            <a:rPr lang="en-US" sz="3200">
              <a:latin typeface="Verdana" panose="020B0604030504040204" pitchFamily="34" charset="0"/>
              <a:ea typeface="Verdana" panose="020B0604030504040204" pitchFamily="34" charset="0"/>
              <a:cs typeface="Verdana" panose="020B0604030504040204" pitchFamily="34" charset="0"/>
            </a:rPr>
            <a:t>= 𝜇</a:t>
          </a:r>
          <a:r>
            <a:rPr lang="en-US" sz="3200" baseline="-25000">
              <a:latin typeface="Verdana" panose="020B0604030504040204" pitchFamily="34" charset="0"/>
              <a:ea typeface="Verdana" panose="020B0604030504040204" pitchFamily="34" charset="0"/>
              <a:cs typeface="Verdana" panose="020B0604030504040204" pitchFamily="34" charset="0"/>
            </a:rPr>
            <a:t>𝑐𝑎𝑓𝑓</a:t>
          </a:r>
          <a:endParaRPr lang="en-US" sz="3200">
            <a:latin typeface="Verdana" panose="020B0604030504040204" pitchFamily="34" charset="0"/>
            <a:ea typeface="Verdana" panose="020B0604030504040204" pitchFamily="34" charset="0"/>
            <a:cs typeface="Verdana" panose="020B0604030504040204" pitchFamily="34" charset="0"/>
          </a:endParaRPr>
        </a:p>
      </dgm:t>
    </dgm:pt>
    <dgm:pt modelId="{3A7F4AE7-60E5-4EFB-932B-360111AB7168}" type="parTrans" cxnId="{5E3CA572-250B-4698-B12B-EFAB26A0EA4F}">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345DE69A-47EC-4BB0-94B7-C7F46EC6AF3B}" type="sibTrans" cxnId="{5E3CA572-250B-4698-B12B-EFAB26A0EA4F}">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12CC76BA-2CE9-418F-A2AE-4A75383DC8DD}">
      <dgm:prSet custT="1"/>
      <dgm:spPr/>
      <dgm:t>
        <a:bodyPr/>
        <a:lstStyle/>
        <a:p>
          <a:pPr>
            <a:lnSpc>
              <a:spcPct val="100000"/>
            </a:lnSpc>
          </a:pPr>
          <a:r>
            <a:rPr lang="en-US" sz="3200">
              <a:latin typeface="Verdana" panose="020B0604030504040204" pitchFamily="34" charset="0"/>
              <a:ea typeface="Verdana" panose="020B0604030504040204" pitchFamily="34" charset="0"/>
              <a:cs typeface="Verdana" panose="020B0604030504040204" pitchFamily="34" charset="0"/>
            </a:rPr>
            <a:t>𝐻</a:t>
          </a:r>
          <a:r>
            <a:rPr lang="en-US" sz="3200" baseline="-25000">
              <a:latin typeface="Verdana" panose="020B0604030504040204" pitchFamily="34" charset="0"/>
              <a:ea typeface="Verdana" panose="020B0604030504040204" pitchFamily="34" charset="0"/>
              <a:cs typeface="Verdana" panose="020B0604030504040204" pitchFamily="34" charset="0"/>
            </a:rPr>
            <a:t>1</a:t>
          </a:r>
          <a:r>
            <a:rPr lang="en-US" sz="3200">
              <a:latin typeface="Verdana" panose="020B0604030504040204" pitchFamily="34" charset="0"/>
              <a:ea typeface="Verdana" panose="020B0604030504040204" pitchFamily="34" charset="0"/>
              <a:cs typeface="Verdana" panose="020B0604030504040204" pitchFamily="34" charset="0"/>
            </a:rPr>
            <a:t>: 𝜇</a:t>
          </a:r>
          <a:r>
            <a:rPr lang="en-US" sz="3200" baseline="-25000">
              <a:latin typeface="Verdana" panose="020B0604030504040204" pitchFamily="34" charset="0"/>
              <a:ea typeface="Verdana" panose="020B0604030504040204" pitchFamily="34" charset="0"/>
              <a:cs typeface="Verdana" panose="020B0604030504040204" pitchFamily="34" charset="0"/>
            </a:rPr>
            <a:t>𝑤 </a:t>
          </a:r>
          <a:r>
            <a:rPr lang="en-US" sz="3200">
              <a:latin typeface="Verdana" panose="020B0604030504040204" pitchFamily="34" charset="0"/>
              <a:ea typeface="Verdana" panose="020B0604030504040204" pitchFamily="34" charset="0"/>
              <a:cs typeface="Verdana" panose="020B0604030504040204" pitchFamily="34" charset="0"/>
            </a:rPr>
            <a:t>&gt; 𝜇</a:t>
          </a:r>
          <a:r>
            <a:rPr lang="en-US" sz="3200" baseline="-25000">
              <a:latin typeface="Verdana" panose="020B0604030504040204" pitchFamily="34" charset="0"/>
              <a:ea typeface="Verdana" panose="020B0604030504040204" pitchFamily="34" charset="0"/>
              <a:cs typeface="Verdana" panose="020B0604030504040204" pitchFamily="34" charset="0"/>
            </a:rPr>
            <a:t>𝑐𝑎𝑓𝑓</a:t>
          </a:r>
          <a:endParaRPr lang="en-US" sz="3200">
            <a:latin typeface="Verdana" panose="020B0604030504040204" pitchFamily="34" charset="0"/>
            <a:ea typeface="Verdana" panose="020B0604030504040204" pitchFamily="34" charset="0"/>
            <a:cs typeface="Verdana" panose="020B0604030504040204" pitchFamily="34" charset="0"/>
          </a:endParaRPr>
        </a:p>
      </dgm:t>
    </dgm:pt>
    <dgm:pt modelId="{CEC6FFB5-58C6-45A4-BA6F-1D8C579B9D68}" type="parTrans" cxnId="{AFB48493-3B22-4F57-997B-F2A9F706BAC1}">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EAB22478-865D-453F-A4CE-6CF913D6DD54}" type="sibTrans" cxnId="{AFB48493-3B22-4F57-997B-F2A9F706BAC1}">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3CDE5A84-245E-4C87-B251-E5228F466B69}" type="pres">
      <dgm:prSet presAssocID="{96FB2711-BA74-4E16-AB3C-605022A19345}" presName="root" presStyleCnt="0">
        <dgm:presLayoutVars>
          <dgm:dir/>
          <dgm:resizeHandles val="exact"/>
        </dgm:presLayoutVars>
      </dgm:prSet>
      <dgm:spPr/>
    </dgm:pt>
    <dgm:pt modelId="{F1532784-CEDD-4497-A417-8E68286D8455}" type="pres">
      <dgm:prSet presAssocID="{FFEEB7AC-4345-428B-82F8-2C21404F6B6B}" presName="compNode" presStyleCnt="0"/>
      <dgm:spPr/>
    </dgm:pt>
    <dgm:pt modelId="{D3945A92-5773-4073-8BD9-BBA5AAAFD7BA}" type="pres">
      <dgm:prSet presAssocID="{FFEEB7AC-4345-428B-82F8-2C21404F6B6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eart with Pulse"/>
        </a:ext>
      </dgm:extLst>
    </dgm:pt>
    <dgm:pt modelId="{36F48AD6-81CC-426B-AEF0-6EEC6B1B2B6F}" type="pres">
      <dgm:prSet presAssocID="{FFEEB7AC-4345-428B-82F8-2C21404F6B6B}" presName="iconSpace" presStyleCnt="0"/>
      <dgm:spPr/>
    </dgm:pt>
    <dgm:pt modelId="{51DDB07F-9588-4FCE-96BB-B88FA1218214}" type="pres">
      <dgm:prSet presAssocID="{FFEEB7AC-4345-428B-82F8-2C21404F6B6B}" presName="parTx" presStyleLbl="revTx" presStyleIdx="0" presStyleCnt="4">
        <dgm:presLayoutVars>
          <dgm:chMax val="0"/>
          <dgm:chPref val="0"/>
        </dgm:presLayoutVars>
      </dgm:prSet>
      <dgm:spPr/>
    </dgm:pt>
    <dgm:pt modelId="{CC711FE4-E475-4470-88F0-8BF6D186C384}" type="pres">
      <dgm:prSet presAssocID="{FFEEB7AC-4345-428B-82F8-2C21404F6B6B}" presName="txSpace" presStyleCnt="0"/>
      <dgm:spPr/>
    </dgm:pt>
    <dgm:pt modelId="{5E506B00-3790-4FE6-A81F-5C1BE4298144}" type="pres">
      <dgm:prSet presAssocID="{FFEEB7AC-4345-428B-82F8-2C21404F6B6B}" presName="desTx" presStyleLbl="revTx" presStyleIdx="1" presStyleCnt="4">
        <dgm:presLayoutVars/>
      </dgm:prSet>
      <dgm:spPr/>
    </dgm:pt>
    <dgm:pt modelId="{56840944-8863-4A2A-AD31-4B16327F90D0}" type="pres">
      <dgm:prSet presAssocID="{9FEB5699-E621-4B88-9060-4235743149C5}" presName="sibTrans" presStyleCnt="0"/>
      <dgm:spPr/>
    </dgm:pt>
    <dgm:pt modelId="{64F98A41-D3C1-46B9-868D-E7370C7E2D93}" type="pres">
      <dgm:prSet presAssocID="{47183B23-6309-4824-92EE-332731D72C6B}" presName="compNode" presStyleCnt="0"/>
      <dgm:spPr/>
    </dgm:pt>
    <dgm:pt modelId="{4FFEC577-0F3B-41B5-8840-24B09222A01F}" type="pres">
      <dgm:prSet presAssocID="{47183B23-6309-4824-92EE-332731D72C6B}"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pwatch"/>
        </a:ext>
      </dgm:extLst>
    </dgm:pt>
    <dgm:pt modelId="{B6DE3210-B46B-4E9C-AFC1-1B931413DC38}" type="pres">
      <dgm:prSet presAssocID="{47183B23-6309-4824-92EE-332731D72C6B}" presName="iconSpace" presStyleCnt="0"/>
      <dgm:spPr/>
    </dgm:pt>
    <dgm:pt modelId="{A22733F7-9A9D-4D5E-BD2E-6AFAF72015B8}" type="pres">
      <dgm:prSet presAssocID="{47183B23-6309-4824-92EE-332731D72C6B}" presName="parTx" presStyleLbl="revTx" presStyleIdx="2" presStyleCnt="4">
        <dgm:presLayoutVars>
          <dgm:chMax val="0"/>
          <dgm:chPref val="0"/>
        </dgm:presLayoutVars>
      </dgm:prSet>
      <dgm:spPr/>
    </dgm:pt>
    <dgm:pt modelId="{BC7C2592-8BF1-4AC3-BE5B-E11EF902BE63}" type="pres">
      <dgm:prSet presAssocID="{47183B23-6309-4824-92EE-332731D72C6B}" presName="txSpace" presStyleCnt="0"/>
      <dgm:spPr/>
    </dgm:pt>
    <dgm:pt modelId="{638D4B76-D635-4C9D-A64B-530CB2A11914}" type="pres">
      <dgm:prSet presAssocID="{47183B23-6309-4824-92EE-332731D72C6B}" presName="desTx" presStyleLbl="revTx" presStyleIdx="3" presStyleCnt="4">
        <dgm:presLayoutVars/>
      </dgm:prSet>
      <dgm:spPr/>
    </dgm:pt>
  </dgm:ptLst>
  <dgm:cxnLst>
    <dgm:cxn modelId="{EDD2F12E-5BDB-4C18-9604-11E465D1F8EA}" srcId="{96FB2711-BA74-4E16-AB3C-605022A19345}" destId="{FFEEB7AC-4345-428B-82F8-2C21404F6B6B}" srcOrd="0" destOrd="0" parTransId="{203CAC71-9F95-4DD4-AFD3-85D1403F5214}" sibTransId="{9FEB5699-E621-4B88-9060-4235743149C5}"/>
    <dgm:cxn modelId="{194FB942-C987-48FB-BA5F-D7AF2BA83DD4}" type="presOf" srcId="{47183B23-6309-4824-92EE-332731D72C6B}" destId="{A22733F7-9A9D-4D5E-BD2E-6AFAF72015B8}" srcOrd="0" destOrd="0" presId="urn:microsoft.com/office/officeart/2018/2/layout/IconLabelDescriptionList"/>
    <dgm:cxn modelId="{F8657A6B-A420-43FD-8AF4-63890F999BB6}" type="presOf" srcId="{EDE944A5-7E03-4870-AFA8-B451D7AC4FC1}" destId="{5E506B00-3790-4FE6-A81F-5C1BE4298144}" srcOrd="0" destOrd="0" presId="urn:microsoft.com/office/officeart/2018/2/layout/IconLabelDescriptionList"/>
    <dgm:cxn modelId="{5E3CA572-250B-4698-B12B-EFAB26A0EA4F}" srcId="{47183B23-6309-4824-92EE-332731D72C6B}" destId="{7E1707E6-B321-4FC6-A799-45D8DB698BC5}" srcOrd="0" destOrd="0" parTransId="{3A7F4AE7-60E5-4EFB-932B-360111AB7168}" sibTransId="{345DE69A-47EC-4BB0-94B7-C7F46EC6AF3B}"/>
    <dgm:cxn modelId="{AFB48493-3B22-4F57-997B-F2A9F706BAC1}" srcId="{47183B23-6309-4824-92EE-332731D72C6B}" destId="{12CC76BA-2CE9-418F-A2AE-4A75383DC8DD}" srcOrd="1" destOrd="0" parTransId="{CEC6FFB5-58C6-45A4-BA6F-1D8C579B9D68}" sibTransId="{EAB22478-865D-453F-A4CE-6CF913D6DD54}"/>
    <dgm:cxn modelId="{7748BE93-C90D-4DCD-81F9-E3708372A035}" srcId="{FFEEB7AC-4345-428B-82F8-2C21404F6B6B}" destId="{EDE944A5-7E03-4870-AFA8-B451D7AC4FC1}" srcOrd="0" destOrd="0" parTransId="{5BBF0446-E92F-4592-941E-58A328AA07E6}" sibTransId="{B9FAD354-6682-497E-9359-C8FCB4A9F2A8}"/>
    <dgm:cxn modelId="{8C55D1B3-EDCB-47F0-99F7-69B091ED91ED}" type="presOf" srcId="{96FB2711-BA74-4E16-AB3C-605022A19345}" destId="{3CDE5A84-245E-4C87-B251-E5228F466B69}" srcOrd="0" destOrd="0" presId="urn:microsoft.com/office/officeart/2018/2/layout/IconLabelDescriptionList"/>
    <dgm:cxn modelId="{BD4D16C3-F7F0-4A2E-A32A-05CED472D2B5}" srcId="{FFEEB7AC-4345-428B-82F8-2C21404F6B6B}" destId="{AD28468A-445F-479D-B285-E73B6611744A}" srcOrd="1" destOrd="0" parTransId="{F3755B0E-548F-477A-ADC4-78086C3B80E9}" sibTransId="{392BDF4D-3874-4183-A05C-5FFB57D0D9C6}"/>
    <dgm:cxn modelId="{13D3B7C7-95F2-4526-8D26-C94D17131B9B}" type="presOf" srcId="{7E1707E6-B321-4FC6-A799-45D8DB698BC5}" destId="{638D4B76-D635-4C9D-A64B-530CB2A11914}" srcOrd="0" destOrd="0" presId="urn:microsoft.com/office/officeart/2018/2/layout/IconLabelDescriptionList"/>
    <dgm:cxn modelId="{78377ECA-A7F2-495C-87D5-01077D00B93F}" srcId="{96FB2711-BA74-4E16-AB3C-605022A19345}" destId="{47183B23-6309-4824-92EE-332731D72C6B}" srcOrd="1" destOrd="0" parTransId="{ACD23FED-28F4-48A1-88B9-0FCCC817B2FA}" sibTransId="{85477C7A-04FA-4BEB-8999-4A1D2C93EFB6}"/>
    <dgm:cxn modelId="{42201ACC-A2D6-427B-9350-71582F2AE76A}" type="presOf" srcId="{FFEEB7AC-4345-428B-82F8-2C21404F6B6B}" destId="{51DDB07F-9588-4FCE-96BB-B88FA1218214}" srcOrd="0" destOrd="0" presId="urn:microsoft.com/office/officeart/2018/2/layout/IconLabelDescriptionList"/>
    <dgm:cxn modelId="{ACE489E7-5408-4442-B0DF-A7D0CA87679E}" type="presOf" srcId="{AD28468A-445F-479D-B285-E73B6611744A}" destId="{5E506B00-3790-4FE6-A81F-5C1BE4298144}" srcOrd="0" destOrd="1" presId="urn:microsoft.com/office/officeart/2018/2/layout/IconLabelDescriptionList"/>
    <dgm:cxn modelId="{CFE043F3-34B5-47A5-A1C5-5F60461A8661}" type="presOf" srcId="{12CC76BA-2CE9-418F-A2AE-4A75383DC8DD}" destId="{638D4B76-D635-4C9D-A64B-530CB2A11914}" srcOrd="0" destOrd="1" presId="urn:microsoft.com/office/officeart/2018/2/layout/IconLabelDescriptionList"/>
    <dgm:cxn modelId="{5BE44FDC-6382-4BAE-B623-AA0220696683}" type="presParOf" srcId="{3CDE5A84-245E-4C87-B251-E5228F466B69}" destId="{F1532784-CEDD-4497-A417-8E68286D8455}" srcOrd="0" destOrd="0" presId="urn:microsoft.com/office/officeart/2018/2/layout/IconLabelDescriptionList"/>
    <dgm:cxn modelId="{004BE6F2-3CC2-4414-983D-C0A2913CC928}" type="presParOf" srcId="{F1532784-CEDD-4497-A417-8E68286D8455}" destId="{D3945A92-5773-4073-8BD9-BBA5AAAFD7BA}" srcOrd="0" destOrd="0" presId="urn:microsoft.com/office/officeart/2018/2/layout/IconLabelDescriptionList"/>
    <dgm:cxn modelId="{F55F7436-78CF-4E6F-854A-FACBC49EE701}" type="presParOf" srcId="{F1532784-CEDD-4497-A417-8E68286D8455}" destId="{36F48AD6-81CC-426B-AEF0-6EEC6B1B2B6F}" srcOrd="1" destOrd="0" presId="urn:microsoft.com/office/officeart/2018/2/layout/IconLabelDescriptionList"/>
    <dgm:cxn modelId="{A8434730-655D-4921-A229-D532150AC1E7}" type="presParOf" srcId="{F1532784-CEDD-4497-A417-8E68286D8455}" destId="{51DDB07F-9588-4FCE-96BB-B88FA1218214}" srcOrd="2" destOrd="0" presId="urn:microsoft.com/office/officeart/2018/2/layout/IconLabelDescriptionList"/>
    <dgm:cxn modelId="{50426F8E-A532-4CCF-BE39-5755243EDD00}" type="presParOf" srcId="{F1532784-CEDD-4497-A417-8E68286D8455}" destId="{CC711FE4-E475-4470-88F0-8BF6D186C384}" srcOrd="3" destOrd="0" presId="urn:microsoft.com/office/officeart/2018/2/layout/IconLabelDescriptionList"/>
    <dgm:cxn modelId="{A4F989B6-AA2B-49A8-B858-451BC6B38821}" type="presParOf" srcId="{F1532784-CEDD-4497-A417-8E68286D8455}" destId="{5E506B00-3790-4FE6-A81F-5C1BE4298144}" srcOrd="4" destOrd="0" presId="urn:microsoft.com/office/officeart/2018/2/layout/IconLabelDescriptionList"/>
    <dgm:cxn modelId="{1D8F7521-6B0E-4022-AE54-A2722E4363C1}" type="presParOf" srcId="{3CDE5A84-245E-4C87-B251-E5228F466B69}" destId="{56840944-8863-4A2A-AD31-4B16327F90D0}" srcOrd="1" destOrd="0" presId="urn:microsoft.com/office/officeart/2018/2/layout/IconLabelDescriptionList"/>
    <dgm:cxn modelId="{A849B415-0CF9-4A49-9A10-E6BBFCA423DB}" type="presParOf" srcId="{3CDE5A84-245E-4C87-B251-E5228F466B69}" destId="{64F98A41-D3C1-46B9-868D-E7370C7E2D93}" srcOrd="2" destOrd="0" presId="urn:microsoft.com/office/officeart/2018/2/layout/IconLabelDescriptionList"/>
    <dgm:cxn modelId="{E44207FE-4ED3-47D4-AFCF-053381CDC0B8}" type="presParOf" srcId="{64F98A41-D3C1-46B9-868D-E7370C7E2D93}" destId="{4FFEC577-0F3B-41B5-8840-24B09222A01F}" srcOrd="0" destOrd="0" presId="urn:microsoft.com/office/officeart/2018/2/layout/IconLabelDescriptionList"/>
    <dgm:cxn modelId="{8B3C5DAE-2EB6-4300-88D7-38D8E879C934}" type="presParOf" srcId="{64F98A41-D3C1-46B9-868D-E7370C7E2D93}" destId="{B6DE3210-B46B-4E9C-AFC1-1B931413DC38}" srcOrd="1" destOrd="0" presId="urn:microsoft.com/office/officeart/2018/2/layout/IconLabelDescriptionList"/>
    <dgm:cxn modelId="{4B5C86FB-D3D0-4668-9688-BD97E353771E}" type="presParOf" srcId="{64F98A41-D3C1-46B9-868D-E7370C7E2D93}" destId="{A22733F7-9A9D-4D5E-BD2E-6AFAF72015B8}" srcOrd="2" destOrd="0" presId="urn:microsoft.com/office/officeart/2018/2/layout/IconLabelDescriptionList"/>
    <dgm:cxn modelId="{6EF5E594-4C5A-43AD-9142-7CC12BAC0CCC}" type="presParOf" srcId="{64F98A41-D3C1-46B9-868D-E7370C7E2D93}" destId="{BC7C2592-8BF1-4AC3-BE5B-E11EF902BE63}" srcOrd="3" destOrd="0" presId="urn:microsoft.com/office/officeart/2018/2/layout/IconLabelDescriptionList"/>
    <dgm:cxn modelId="{84154D45-0FBF-4FA9-A779-79CFFBEF975F}" type="presParOf" srcId="{64F98A41-D3C1-46B9-868D-E7370C7E2D93}" destId="{638D4B76-D635-4C9D-A64B-530CB2A11914}"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76F28D-FC4A-47F3-910A-EF7D19FFA53B}" type="doc">
      <dgm:prSet loTypeId="urn:microsoft.com/office/officeart/2018/2/layout/IconVerticalSolid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0BFF0B1C-5DC0-4332-8545-9AB58D1CD87D}">
      <dgm:prSet/>
      <dgm:spPr/>
      <dgm:t>
        <a:bodyPr/>
        <a:lstStyle/>
        <a:p>
          <a:pPr>
            <a:lnSpc>
              <a:spcPct val="100000"/>
            </a:lnSpc>
          </a:pPr>
          <a:r>
            <a:rPr lang="en-US">
              <a:latin typeface="Verdana" panose="020B0604030504040204" pitchFamily="34" charset="0"/>
              <a:ea typeface="Verdana" panose="020B0604030504040204" pitchFamily="34" charset="0"/>
              <a:cs typeface="Verdana" panose="020B0604030504040204" pitchFamily="34" charset="0"/>
            </a:rPr>
            <a:t>Different caffeinated beverages:</a:t>
          </a:r>
        </a:p>
      </dgm:t>
    </dgm:pt>
    <dgm:pt modelId="{22A5C52B-3814-413C-8ABF-46CC3CE80044}" type="parTrans" cxnId="{D33247F9-38DD-4485-BC0B-0D2E48A4AD85}">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20FB9130-9614-4645-B97F-DCFD8B1F4580}" type="sibTrans" cxnId="{D33247F9-38DD-4485-BC0B-0D2E48A4AD85}">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6788CA29-6349-4E05-919B-F3A85A0B6A56}">
      <dgm:prSet custT="1"/>
      <dgm:spPr/>
      <dgm:t>
        <a:bodyPr/>
        <a:lstStyle/>
        <a:p>
          <a:pPr>
            <a:lnSpc>
              <a:spcPct val="100000"/>
            </a:lnSpc>
          </a:pPr>
          <a:r>
            <a:rPr lang="en-US" sz="1400">
              <a:latin typeface="Verdana" panose="020B0604030504040204" pitchFamily="34" charset="0"/>
              <a:ea typeface="Verdana" panose="020B0604030504040204" pitchFamily="34" charset="0"/>
              <a:cs typeface="Verdana" panose="020B0604030504040204" pitchFamily="34" charset="0"/>
            </a:rPr>
            <a:t>8.4 oz. Red Bull (80 mg)</a:t>
          </a:r>
        </a:p>
      </dgm:t>
    </dgm:pt>
    <dgm:pt modelId="{8D520E06-8464-4730-9DCC-6A24B7267408}" type="parTrans" cxnId="{B6158FA5-D82E-4484-BE6E-0D439FA511F5}">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EBED1F22-4A1A-4700-9B14-2A2D5C93D12D}" type="sibTrans" cxnId="{B6158FA5-D82E-4484-BE6E-0D439FA511F5}">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A7656EA9-FDD1-4B22-AF3D-B62F817A0CF5}">
      <dgm:prSet custT="1"/>
      <dgm:spPr/>
      <dgm:t>
        <a:bodyPr/>
        <a:lstStyle/>
        <a:p>
          <a:pPr>
            <a:lnSpc>
              <a:spcPct val="100000"/>
            </a:lnSpc>
          </a:pPr>
          <a:r>
            <a:rPr lang="en-US" sz="1400">
              <a:latin typeface="Verdana" panose="020B0604030504040204" pitchFamily="34" charset="0"/>
              <a:ea typeface="Verdana" panose="020B0604030504040204" pitchFamily="34" charset="0"/>
              <a:cs typeface="Verdana" panose="020B0604030504040204" pitchFamily="34" charset="0"/>
            </a:rPr>
            <a:t>16 oz. Monster (160 mg)</a:t>
          </a:r>
        </a:p>
      </dgm:t>
    </dgm:pt>
    <dgm:pt modelId="{2A87BC78-BBA7-4690-9B59-FCEE54FEA02C}" type="parTrans" cxnId="{2169ECFE-66A8-4D5B-9C68-AFDCC2AB0F4C}">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39E170F6-972A-47AB-AA8B-C0AE32E144DF}" type="sibTrans" cxnId="{2169ECFE-66A8-4D5B-9C68-AFDCC2AB0F4C}">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284BCC63-38D6-4582-AD66-ADB19AB7A114}">
      <dgm:prSet custT="1"/>
      <dgm:spPr/>
      <dgm:t>
        <a:bodyPr/>
        <a:lstStyle/>
        <a:p>
          <a:pPr>
            <a:lnSpc>
              <a:spcPct val="100000"/>
            </a:lnSpc>
          </a:pPr>
          <a:r>
            <a:rPr lang="en-US" sz="1400">
              <a:latin typeface="Verdana" panose="020B0604030504040204" pitchFamily="34" charset="0"/>
              <a:ea typeface="Verdana" panose="020B0604030504040204" pitchFamily="34" charset="0"/>
              <a:cs typeface="Verdana" panose="020B0604030504040204" pitchFamily="34" charset="0"/>
            </a:rPr>
            <a:t>12 oz. Celsius (200 mg)</a:t>
          </a:r>
        </a:p>
      </dgm:t>
    </dgm:pt>
    <dgm:pt modelId="{BFE107A2-779D-432D-B682-493E7BC8406B}" type="parTrans" cxnId="{871D69EE-9953-40EF-9348-1B30C26492C3}">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DF3E3E09-41FE-4AAC-8D47-B672E8BB5FDA}" type="sibTrans" cxnId="{871D69EE-9953-40EF-9348-1B30C26492C3}">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AFD8F38B-A65F-4015-A1EE-BDA9581C7BD6}">
      <dgm:prSet custT="1"/>
      <dgm:spPr/>
      <dgm:t>
        <a:bodyPr/>
        <a:lstStyle/>
        <a:p>
          <a:pPr>
            <a:lnSpc>
              <a:spcPct val="100000"/>
            </a:lnSpc>
          </a:pPr>
          <a:r>
            <a:rPr lang="en-US" sz="1400">
              <a:latin typeface="Verdana" panose="020B0604030504040204" pitchFamily="34" charset="0"/>
              <a:ea typeface="Verdana" panose="020B0604030504040204" pitchFamily="34" charset="0"/>
              <a:cs typeface="Verdana" panose="020B0604030504040204" pitchFamily="34" charset="0"/>
            </a:rPr>
            <a:t>16 oz. Reign (300 mg)</a:t>
          </a:r>
        </a:p>
      </dgm:t>
    </dgm:pt>
    <dgm:pt modelId="{E141CBD4-AD78-4856-813C-E74239FD7386}" type="parTrans" cxnId="{C930E7D2-0779-43A5-A7A8-D7A694B029A8}">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B8034E0D-38D8-4F19-9D6F-6DC3626EBB48}" type="sibTrans" cxnId="{C930E7D2-0779-43A5-A7A8-D7A694B029A8}">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AE6D2015-4B69-405F-9670-ADD9E92434AB}">
      <dgm:prSet/>
      <dgm:spPr/>
      <dgm:t>
        <a:bodyPr/>
        <a:lstStyle/>
        <a:p>
          <a:pPr>
            <a:lnSpc>
              <a:spcPct val="100000"/>
            </a:lnSpc>
          </a:pPr>
          <a:r>
            <a:rPr lang="en-US">
              <a:latin typeface="Verdana" panose="020B0604030504040204" pitchFamily="34" charset="0"/>
              <a:ea typeface="Verdana" panose="020B0604030504040204" pitchFamily="34" charset="0"/>
              <a:cs typeface="Verdana" panose="020B0604030504040204" pitchFamily="34" charset="0"/>
            </a:rPr>
            <a:t>Watch that measures HR</a:t>
          </a:r>
        </a:p>
      </dgm:t>
    </dgm:pt>
    <dgm:pt modelId="{543269E6-17C6-42F4-8C5A-1D8F23200E38}" type="parTrans" cxnId="{E2758952-4877-4F5B-801C-9E2FAEB378C3}">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BE69D320-1995-4AFB-B8E0-EA2D9B89363C}" type="sibTrans" cxnId="{E2758952-4877-4F5B-801C-9E2FAEB378C3}">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4B003190-E148-4746-B9BD-54A89E277924}">
      <dgm:prSet/>
      <dgm:spPr/>
      <dgm:t>
        <a:bodyPr/>
        <a:lstStyle/>
        <a:p>
          <a:pPr>
            <a:lnSpc>
              <a:spcPct val="100000"/>
            </a:lnSpc>
          </a:pPr>
          <a:r>
            <a:rPr lang="en-US">
              <a:latin typeface="Verdana" panose="020B0604030504040204" pitchFamily="34" charset="0"/>
              <a:ea typeface="Verdana" panose="020B0604030504040204" pitchFamily="34" charset="0"/>
              <a:cs typeface="Verdana" panose="020B0604030504040204" pitchFamily="34" charset="0"/>
            </a:rPr>
            <a:t>Laptop for the Reaction Test: </a:t>
          </a:r>
          <a:r>
            <a:rPr lang="en-US" u="sng">
              <a:latin typeface="Verdana" panose="020B0604030504040204" pitchFamily="34" charset="0"/>
              <a:ea typeface="Verdana" panose="020B0604030504040204" pitchFamily="34" charset="0"/>
              <a:cs typeface="Verdana" panose="020B0604030504040204" pitchFamily="34" charset="0"/>
              <a:hlinkClick xmlns:r="http://schemas.openxmlformats.org/officeDocument/2006/relationships" r:id="rId1"/>
            </a:rPr>
            <a:t>Human Benchmark - Reaction Time Test</a:t>
          </a:r>
          <a:endParaRPr lang="en-US">
            <a:latin typeface="Verdana" panose="020B0604030504040204" pitchFamily="34" charset="0"/>
            <a:ea typeface="Verdana" panose="020B0604030504040204" pitchFamily="34" charset="0"/>
            <a:cs typeface="Verdana" panose="020B0604030504040204" pitchFamily="34" charset="0"/>
          </a:endParaRPr>
        </a:p>
      </dgm:t>
    </dgm:pt>
    <dgm:pt modelId="{03671BF9-E1A5-4811-9DD7-5B7B1B142178}" type="parTrans" cxnId="{631A2557-4C38-41F3-B13E-091D9099FC13}">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CDA6920F-8B47-4B3C-8A6C-6D85BB0EBD7B}" type="sibTrans" cxnId="{631A2557-4C38-41F3-B13E-091D9099FC13}">
      <dgm:prSet/>
      <dgm:spPr/>
      <dgm:t>
        <a:bodyPr/>
        <a:lstStyle/>
        <a:p>
          <a:endParaRPr lang="en-US">
            <a:latin typeface="Verdana" panose="020B0604030504040204" pitchFamily="34" charset="0"/>
            <a:ea typeface="Verdana" panose="020B0604030504040204" pitchFamily="34" charset="0"/>
            <a:cs typeface="Verdana" panose="020B0604030504040204" pitchFamily="34" charset="0"/>
          </a:endParaRPr>
        </a:p>
      </dgm:t>
    </dgm:pt>
    <dgm:pt modelId="{420AB918-9EA8-4F93-BBD8-0EB63F629C96}" type="pres">
      <dgm:prSet presAssocID="{7776F28D-FC4A-47F3-910A-EF7D19FFA53B}" presName="root" presStyleCnt="0">
        <dgm:presLayoutVars>
          <dgm:dir/>
          <dgm:resizeHandles val="exact"/>
        </dgm:presLayoutVars>
      </dgm:prSet>
      <dgm:spPr/>
    </dgm:pt>
    <dgm:pt modelId="{1B359CC8-DF8E-48A1-93FF-2510B4ABFC15}" type="pres">
      <dgm:prSet presAssocID="{0BFF0B1C-5DC0-4332-8545-9AB58D1CD87D}" presName="compNode" presStyleCnt="0"/>
      <dgm:spPr/>
    </dgm:pt>
    <dgm:pt modelId="{E910C41B-8A94-4454-8699-3635DEA14445}" type="pres">
      <dgm:prSet presAssocID="{0BFF0B1C-5DC0-4332-8545-9AB58D1CD87D}" presName="bgRect" presStyleLbl="bgShp" presStyleIdx="0" presStyleCnt="3"/>
      <dgm:spPr/>
    </dgm:pt>
    <dgm:pt modelId="{094F4B91-880C-4211-B194-68215069AA04}" type="pres">
      <dgm:prSet presAssocID="{0BFF0B1C-5DC0-4332-8545-9AB58D1CD87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ea"/>
        </a:ext>
      </dgm:extLst>
    </dgm:pt>
    <dgm:pt modelId="{94409384-0D98-4E92-B0E5-7FCEA814E931}" type="pres">
      <dgm:prSet presAssocID="{0BFF0B1C-5DC0-4332-8545-9AB58D1CD87D}" presName="spaceRect" presStyleCnt="0"/>
      <dgm:spPr/>
    </dgm:pt>
    <dgm:pt modelId="{CA3364ED-35C7-431A-BBC6-9A31E38BE980}" type="pres">
      <dgm:prSet presAssocID="{0BFF0B1C-5DC0-4332-8545-9AB58D1CD87D}" presName="parTx" presStyleLbl="revTx" presStyleIdx="0" presStyleCnt="4">
        <dgm:presLayoutVars>
          <dgm:chMax val="0"/>
          <dgm:chPref val="0"/>
        </dgm:presLayoutVars>
      </dgm:prSet>
      <dgm:spPr/>
    </dgm:pt>
    <dgm:pt modelId="{BD76A079-7E49-45F1-B7F7-46C9ECAB73CC}" type="pres">
      <dgm:prSet presAssocID="{0BFF0B1C-5DC0-4332-8545-9AB58D1CD87D}" presName="desTx" presStyleLbl="revTx" presStyleIdx="1" presStyleCnt="4" custScaleX="95146" custScaleY="103407" custLinFactNeighborX="-18191">
        <dgm:presLayoutVars/>
      </dgm:prSet>
      <dgm:spPr/>
    </dgm:pt>
    <dgm:pt modelId="{03C7E43A-4EED-4922-BA44-5D7DF797A310}" type="pres">
      <dgm:prSet presAssocID="{20FB9130-9614-4645-B97F-DCFD8B1F4580}" presName="sibTrans" presStyleCnt="0"/>
      <dgm:spPr/>
    </dgm:pt>
    <dgm:pt modelId="{14A124B7-03E8-4B84-872D-7B6F157648A5}" type="pres">
      <dgm:prSet presAssocID="{AE6D2015-4B69-405F-9670-ADD9E92434AB}" presName="compNode" presStyleCnt="0"/>
      <dgm:spPr/>
    </dgm:pt>
    <dgm:pt modelId="{486C79A0-2F58-4A0F-ACBF-89AB49B5213C}" type="pres">
      <dgm:prSet presAssocID="{AE6D2015-4B69-405F-9670-ADD9E92434AB}" presName="bgRect" presStyleLbl="bgShp" presStyleIdx="1" presStyleCnt="3"/>
      <dgm:spPr/>
    </dgm:pt>
    <dgm:pt modelId="{A4E9E605-F530-44CD-A193-FA6984CDEFF8}" type="pres">
      <dgm:prSet presAssocID="{AE6D2015-4B69-405F-9670-ADD9E92434A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artbeat"/>
        </a:ext>
      </dgm:extLst>
    </dgm:pt>
    <dgm:pt modelId="{DFF5260C-E38E-414D-A288-E5889921845F}" type="pres">
      <dgm:prSet presAssocID="{AE6D2015-4B69-405F-9670-ADD9E92434AB}" presName="spaceRect" presStyleCnt="0"/>
      <dgm:spPr/>
    </dgm:pt>
    <dgm:pt modelId="{09FF6548-730A-438B-9CCC-579E2C5765B2}" type="pres">
      <dgm:prSet presAssocID="{AE6D2015-4B69-405F-9670-ADD9E92434AB}" presName="parTx" presStyleLbl="revTx" presStyleIdx="2" presStyleCnt="4">
        <dgm:presLayoutVars>
          <dgm:chMax val="0"/>
          <dgm:chPref val="0"/>
        </dgm:presLayoutVars>
      </dgm:prSet>
      <dgm:spPr/>
    </dgm:pt>
    <dgm:pt modelId="{A3DDE70A-B5FD-42ED-B77C-AFD9132C9D79}" type="pres">
      <dgm:prSet presAssocID="{BE69D320-1995-4AFB-B8E0-EA2D9B89363C}" presName="sibTrans" presStyleCnt="0"/>
      <dgm:spPr/>
    </dgm:pt>
    <dgm:pt modelId="{26ED841E-DE7E-4546-A07B-0BE06D347447}" type="pres">
      <dgm:prSet presAssocID="{4B003190-E148-4746-B9BD-54A89E277924}" presName="compNode" presStyleCnt="0"/>
      <dgm:spPr/>
    </dgm:pt>
    <dgm:pt modelId="{B6478640-D70D-4B89-B0E7-A692C2009683}" type="pres">
      <dgm:prSet presAssocID="{4B003190-E148-4746-B9BD-54A89E277924}" presName="bgRect" presStyleLbl="bgShp" presStyleIdx="2" presStyleCnt="3"/>
      <dgm:spPr/>
    </dgm:pt>
    <dgm:pt modelId="{2CE29F52-0E25-4214-B399-F89F91548680}" type="pres">
      <dgm:prSet presAssocID="{4B003190-E148-4746-B9BD-54A89E27792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aptop"/>
        </a:ext>
      </dgm:extLst>
    </dgm:pt>
    <dgm:pt modelId="{787308CF-9C5F-4C35-8994-1907496F247E}" type="pres">
      <dgm:prSet presAssocID="{4B003190-E148-4746-B9BD-54A89E277924}" presName="spaceRect" presStyleCnt="0"/>
      <dgm:spPr/>
    </dgm:pt>
    <dgm:pt modelId="{1079331B-2237-4B42-B4BD-954C4978E557}" type="pres">
      <dgm:prSet presAssocID="{4B003190-E148-4746-B9BD-54A89E277924}" presName="parTx" presStyleLbl="revTx" presStyleIdx="3" presStyleCnt="4">
        <dgm:presLayoutVars>
          <dgm:chMax val="0"/>
          <dgm:chPref val="0"/>
        </dgm:presLayoutVars>
      </dgm:prSet>
      <dgm:spPr/>
    </dgm:pt>
  </dgm:ptLst>
  <dgm:cxnLst>
    <dgm:cxn modelId="{8D893908-8ABA-7B44-8C48-459F87ED849E}" type="presOf" srcId="{0BFF0B1C-5DC0-4332-8545-9AB58D1CD87D}" destId="{CA3364ED-35C7-431A-BBC6-9A31E38BE980}" srcOrd="0" destOrd="0" presId="urn:microsoft.com/office/officeart/2018/2/layout/IconVerticalSolidList"/>
    <dgm:cxn modelId="{7B838429-F2FB-A943-AE8F-F594FE6EBEC0}" type="presOf" srcId="{284BCC63-38D6-4582-AD66-ADB19AB7A114}" destId="{BD76A079-7E49-45F1-B7F7-46C9ECAB73CC}" srcOrd="0" destOrd="2" presId="urn:microsoft.com/office/officeart/2018/2/layout/IconVerticalSolidList"/>
    <dgm:cxn modelId="{4E16B54A-C321-6843-8C2E-8040AC575D35}" type="presOf" srcId="{7776F28D-FC4A-47F3-910A-EF7D19FFA53B}" destId="{420AB918-9EA8-4F93-BBD8-0EB63F629C96}" srcOrd="0" destOrd="0" presId="urn:microsoft.com/office/officeart/2018/2/layout/IconVerticalSolidList"/>
    <dgm:cxn modelId="{2B2D8850-C782-584C-A47D-D9F71186BA7D}" type="presOf" srcId="{6788CA29-6349-4E05-919B-F3A85A0B6A56}" destId="{BD76A079-7E49-45F1-B7F7-46C9ECAB73CC}" srcOrd="0" destOrd="0" presId="urn:microsoft.com/office/officeart/2018/2/layout/IconVerticalSolidList"/>
    <dgm:cxn modelId="{E2758952-4877-4F5B-801C-9E2FAEB378C3}" srcId="{7776F28D-FC4A-47F3-910A-EF7D19FFA53B}" destId="{AE6D2015-4B69-405F-9670-ADD9E92434AB}" srcOrd="1" destOrd="0" parTransId="{543269E6-17C6-42F4-8C5A-1D8F23200E38}" sibTransId="{BE69D320-1995-4AFB-B8E0-EA2D9B89363C}"/>
    <dgm:cxn modelId="{631A2557-4C38-41F3-B13E-091D9099FC13}" srcId="{7776F28D-FC4A-47F3-910A-EF7D19FFA53B}" destId="{4B003190-E148-4746-B9BD-54A89E277924}" srcOrd="2" destOrd="0" parTransId="{03671BF9-E1A5-4811-9DD7-5B7B1B142178}" sibTransId="{CDA6920F-8B47-4B3C-8A6C-6D85BB0EBD7B}"/>
    <dgm:cxn modelId="{CBAF7282-347B-4F42-8895-040CFBA3D224}" type="presOf" srcId="{A7656EA9-FDD1-4B22-AF3D-B62F817A0CF5}" destId="{BD76A079-7E49-45F1-B7F7-46C9ECAB73CC}" srcOrd="0" destOrd="1" presId="urn:microsoft.com/office/officeart/2018/2/layout/IconVerticalSolidList"/>
    <dgm:cxn modelId="{016DA397-63DA-A944-B04A-417BD89D6646}" type="presOf" srcId="{4B003190-E148-4746-B9BD-54A89E277924}" destId="{1079331B-2237-4B42-B4BD-954C4978E557}" srcOrd="0" destOrd="0" presId="urn:microsoft.com/office/officeart/2018/2/layout/IconVerticalSolidList"/>
    <dgm:cxn modelId="{B6158FA5-D82E-4484-BE6E-0D439FA511F5}" srcId="{0BFF0B1C-5DC0-4332-8545-9AB58D1CD87D}" destId="{6788CA29-6349-4E05-919B-F3A85A0B6A56}" srcOrd="0" destOrd="0" parTransId="{8D520E06-8464-4730-9DCC-6A24B7267408}" sibTransId="{EBED1F22-4A1A-4700-9B14-2A2D5C93D12D}"/>
    <dgm:cxn modelId="{3D79D9B1-C055-9440-8704-1E163EED885E}" type="presOf" srcId="{AE6D2015-4B69-405F-9670-ADD9E92434AB}" destId="{09FF6548-730A-438B-9CCC-579E2C5765B2}" srcOrd="0" destOrd="0" presId="urn:microsoft.com/office/officeart/2018/2/layout/IconVerticalSolidList"/>
    <dgm:cxn modelId="{C930E7D2-0779-43A5-A7A8-D7A694B029A8}" srcId="{0BFF0B1C-5DC0-4332-8545-9AB58D1CD87D}" destId="{AFD8F38B-A65F-4015-A1EE-BDA9581C7BD6}" srcOrd="3" destOrd="0" parTransId="{E141CBD4-AD78-4856-813C-E74239FD7386}" sibTransId="{B8034E0D-38D8-4F19-9D6F-6DC3626EBB48}"/>
    <dgm:cxn modelId="{871D69EE-9953-40EF-9348-1B30C26492C3}" srcId="{0BFF0B1C-5DC0-4332-8545-9AB58D1CD87D}" destId="{284BCC63-38D6-4582-AD66-ADB19AB7A114}" srcOrd="2" destOrd="0" parTransId="{BFE107A2-779D-432D-B682-493E7BC8406B}" sibTransId="{DF3E3E09-41FE-4AAC-8D47-B672E8BB5FDA}"/>
    <dgm:cxn modelId="{FE828AF5-3F2B-DD4F-B6AD-6E0399CAF5F1}" type="presOf" srcId="{AFD8F38B-A65F-4015-A1EE-BDA9581C7BD6}" destId="{BD76A079-7E49-45F1-B7F7-46C9ECAB73CC}" srcOrd="0" destOrd="3" presId="urn:microsoft.com/office/officeart/2018/2/layout/IconVerticalSolidList"/>
    <dgm:cxn modelId="{D33247F9-38DD-4485-BC0B-0D2E48A4AD85}" srcId="{7776F28D-FC4A-47F3-910A-EF7D19FFA53B}" destId="{0BFF0B1C-5DC0-4332-8545-9AB58D1CD87D}" srcOrd="0" destOrd="0" parTransId="{22A5C52B-3814-413C-8ABF-46CC3CE80044}" sibTransId="{20FB9130-9614-4645-B97F-DCFD8B1F4580}"/>
    <dgm:cxn modelId="{2169ECFE-66A8-4D5B-9C68-AFDCC2AB0F4C}" srcId="{0BFF0B1C-5DC0-4332-8545-9AB58D1CD87D}" destId="{A7656EA9-FDD1-4B22-AF3D-B62F817A0CF5}" srcOrd="1" destOrd="0" parTransId="{2A87BC78-BBA7-4690-9B59-FCEE54FEA02C}" sibTransId="{39E170F6-972A-47AB-AA8B-C0AE32E144DF}"/>
    <dgm:cxn modelId="{D65C8441-1685-7040-B06A-88729FD29F5E}" type="presParOf" srcId="{420AB918-9EA8-4F93-BBD8-0EB63F629C96}" destId="{1B359CC8-DF8E-48A1-93FF-2510B4ABFC15}" srcOrd="0" destOrd="0" presId="urn:microsoft.com/office/officeart/2018/2/layout/IconVerticalSolidList"/>
    <dgm:cxn modelId="{64BB3FA3-E4D2-744D-8C0C-CAF9ED71349F}" type="presParOf" srcId="{1B359CC8-DF8E-48A1-93FF-2510B4ABFC15}" destId="{E910C41B-8A94-4454-8699-3635DEA14445}" srcOrd="0" destOrd="0" presId="urn:microsoft.com/office/officeart/2018/2/layout/IconVerticalSolidList"/>
    <dgm:cxn modelId="{DCC606F0-4BB4-114B-B6AD-E0F85F9016B1}" type="presParOf" srcId="{1B359CC8-DF8E-48A1-93FF-2510B4ABFC15}" destId="{094F4B91-880C-4211-B194-68215069AA04}" srcOrd="1" destOrd="0" presId="urn:microsoft.com/office/officeart/2018/2/layout/IconVerticalSolidList"/>
    <dgm:cxn modelId="{E5307586-D965-774D-BAD6-2CEBD0327A49}" type="presParOf" srcId="{1B359CC8-DF8E-48A1-93FF-2510B4ABFC15}" destId="{94409384-0D98-4E92-B0E5-7FCEA814E931}" srcOrd="2" destOrd="0" presId="urn:microsoft.com/office/officeart/2018/2/layout/IconVerticalSolidList"/>
    <dgm:cxn modelId="{0D741BAF-75F7-664F-9C6F-FEAF3F8989A4}" type="presParOf" srcId="{1B359CC8-DF8E-48A1-93FF-2510B4ABFC15}" destId="{CA3364ED-35C7-431A-BBC6-9A31E38BE980}" srcOrd="3" destOrd="0" presId="urn:microsoft.com/office/officeart/2018/2/layout/IconVerticalSolidList"/>
    <dgm:cxn modelId="{B71C4DA6-D85E-B34F-8D52-95539ADA7E17}" type="presParOf" srcId="{1B359CC8-DF8E-48A1-93FF-2510B4ABFC15}" destId="{BD76A079-7E49-45F1-B7F7-46C9ECAB73CC}" srcOrd="4" destOrd="0" presId="urn:microsoft.com/office/officeart/2018/2/layout/IconVerticalSolidList"/>
    <dgm:cxn modelId="{90BF66B2-56BE-E148-95B9-01DB262DF55B}" type="presParOf" srcId="{420AB918-9EA8-4F93-BBD8-0EB63F629C96}" destId="{03C7E43A-4EED-4922-BA44-5D7DF797A310}" srcOrd="1" destOrd="0" presId="urn:microsoft.com/office/officeart/2018/2/layout/IconVerticalSolidList"/>
    <dgm:cxn modelId="{83E16AEB-84E9-1940-864E-B1EE3AE4ABB2}" type="presParOf" srcId="{420AB918-9EA8-4F93-BBD8-0EB63F629C96}" destId="{14A124B7-03E8-4B84-872D-7B6F157648A5}" srcOrd="2" destOrd="0" presId="urn:microsoft.com/office/officeart/2018/2/layout/IconVerticalSolidList"/>
    <dgm:cxn modelId="{40CC55F4-D637-8E48-8DC5-05518F67F04A}" type="presParOf" srcId="{14A124B7-03E8-4B84-872D-7B6F157648A5}" destId="{486C79A0-2F58-4A0F-ACBF-89AB49B5213C}" srcOrd="0" destOrd="0" presId="urn:microsoft.com/office/officeart/2018/2/layout/IconVerticalSolidList"/>
    <dgm:cxn modelId="{692E9343-51A6-E84B-89D1-91CD90D31843}" type="presParOf" srcId="{14A124B7-03E8-4B84-872D-7B6F157648A5}" destId="{A4E9E605-F530-44CD-A193-FA6984CDEFF8}" srcOrd="1" destOrd="0" presId="urn:microsoft.com/office/officeart/2018/2/layout/IconVerticalSolidList"/>
    <dgm:cxn modelId="{FA4F14B2-F12E-C744-803B-E13BF39460D5}" type="presParOf" srcId="{14A124B7-03E8-4B84-872D-7B6F157648A5}" destId="{DFF5260C-E38E-414D-A288-E5889921845F}" srcOrd="2" destOrd="0" presId="urn:microsoft.com/office/officeart/2018/2/layout/IconVerticalSolidList"/>
    <dgm:cxn modelId="{A5E13065-390E-1A43-9CB6-97E01E04281C}" type="presParOf" srcId="{14A124B7-03E8-4B84-872D-7B6F157648A5}" destId="{09FF6548-730A-438B-9CCC-579E2C5765B2}" srcOrd="3" destOrd="0" presId="urn:microsoft.com/office/officeart/2018/2/layout/IconVerticalSolidList"/>
    <dgm:cxn modelId="{8138AAD0-08FE-D64E-910E-BA4720D505AD}" type="presParOf" srcId="{420AB918-9EA8-4F93-BBD8-0EB63F629C96}" destId="{A3DDE70A-B5FD-42ED-B77C-AFD9132C9D79}" srcOrd="3" destOrd="0" presId="urn:microsoft.com/office/officeart/2018/2/layout/IconVerticalSolidList"/>
    <dgm:cxn modelId="{B9701B60-F8B4-874F-9FD9-861C57984601}" type="presParOf" srcId="{420AB918-9EA8-4F93-BBD8-0EB63F629C96}" destId="{26ED841E-DE7E-4546-A07B-0BE06D347447}" srcOrd="4" destOrd="0" presId="urn:microsoft.com/office/officeart/2018/2/layout/IconVerticalSolidList"/>
    <dgm:cxn modelId="{B91C282E-F643-9E4A-B9E0-82EC1C09F1D0}" type="presParOf" srcId="{26ED841E-DE7E-4546-A07B-0BE06D347447}" destId="{B6478640-D70D-4B89-B0E7-A692C2009683}" srcOrd="0" destOrd="0" presId="urn:microsoft.com/office/officeart/2018/2/layout/IconVerticalSolidList"/>
    <dgm:cxn modelId="{DD32A163-CE70-8A4C-88B0-6664F91DF452}" type="presParOf" srcId="{26ED841E-DE7E-4546-A07B-0BE06D347447}" destId="{2CE29F52-0E25-4214-B399-F89F91548680}" srcOrd="1" destOrd="0" presId="urn:microsoft.com/office/officeart/2018/2/layout/IconVerticalSolidList"/>
    <dgm:cxn modelId="{02573DC8-58AB-4A42-9AB0-CF05218D4210}" type="presParOf" srcId="{26ED841E-DE7E-4546-A07B-0BE06D347447}" destId="{787308CF-9C5F-4C35-8994-1907496F247E}" srcOrd="2" destOrd="0" presId="urn:microsoft.com/office/officeart/2018/2/layout/IconVerticalSolidList"/>
    <dgm:cxn modelId="{2BB4276D-BA8B-8F41-8628-256E9EC9EA46}" type="presParOf" srcId="{26ED841E-DE7E-4546-A07B-0BE06D347447}" destId="{1079331B-2237-4B42-B4BD-954C4978E55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1593FC6-453A-477B-B165-0A8B321FF357}"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5B1FA819-717C-43C1-A520-3CE76639E81A}">
      <dgm:prSet custT="1"/>
      <dgm:spPr/>
      <dgm:t>
        <a:bodyPr/>
        <a:lstStyle/>
        <a:p>
          <a:pPr>
            <a:lnSpc>
              <a:spcPct val="100000"/>
            </a:lnSpc>
            <a:defRPr cap="all"/>
          </a:pPr>
          <a:r>
            <a:rPr lang="en-US" sz="1600" b="1" i="0" baseline="0">
              <a:latin typeface="Verdana" panose="020B0604030504040204" pitchFamily="34" charset="0"/>
              <a:ea typeface="Verdana" panose="020B0604030504040204" pitchFamily="34" charset="0"/>
              <a:cs typeface="Verdana" panose="020B0604030504040204" pitchFamily="34" charset="0"/>
            </a:rPr>
            <a:t>Baseline:</a:t>
          </a:r>
          <a:r>
            <a:rPr lang="en-US" sz="1600" b="0" i="0" baseline="0">
              <a:latin typeface="Verdana" panose="020B0604030504040204" pitchFamily="34" charset="0"/>
              <a:ea typeface="Verdana" panose="020B0604030504040204" pitchFamily="34" charset="0"/>
              <a:cs typeface="Verdana" panose="020B0604030504040204" pitchFamily="34" charset="0"/>
            </a:rPr>
            <a:t> 5 heart rate readings (1/min), 5 reaction time tests </a:t>
          </a:r>
          <a:endParaRPr lang="en-US" sz="1600">
            <a:latin typeface="Verdana" panose="020B0604030504040204" pitchFamily="34" charset="0"/>
            <a:ea typeface="Verdana" panose="020B0604030504040204" pitchFamily="34" charset="0"/>
            <a:cs typeface="Verdana" panose="020B0604030504040204" pitchFamily="34" charset="0"/>
          </a:endParaRPr>
        </a:p>
      </dgm:t>
    </dgm:pt>
    <dgm:pt modelId="{9F05788B-F673-4BE6-9D56-91BE4C467701}" type="parTrans" cxnId="{428848C6-21E8-49BC-ADEB-C73DE2D5C85F}">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B802C1F0-A810-47D0-B5E2-37D7B86ABF10}" type="sibTrans" cxnId="{428848C6-21E8-49BC-ADEB-C73DE2D5C85F}">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CA17A85D-9A7C-41F2-815B-83B1199413BE}">
      <dgm:prSet custT="1"/>
      <dgm:spPr/>
      <dgm:t>
        <a:bodyPr/>
        <a:lstStyle/>
        <a:p>
          <a:pPr>
            <a:lnSpc>
              <a:spcPct val="100000"/>
            </a:lnSpc>
            <a:defRPr cap="all"/>
          </a:pPr>
          <a:r>
            <a:rPr lang="en-US" sz="1600" b="1" i="0" baseline="0">
              <a:latin typeface="Verdana" panose="020B0604030504040204" pitchFamily="34" charset="0"/>
              <a:ea typeface="Verdana" panose="020B0604030504040204" pitchFamily="34" charset="0"/>
              <a:cs typeface="Verdana" panose="020B0604030504040204" pitchFamily="34" charset="0"/>
            </a:rPr>
            <a:t>After drink:</a:t>
          </a:r>
          <a:r>
            <a:rPr lang="en-US" sz="1600" b="0" i="0" baseline="0">
              <a:latin typeface="Verdana" panose="020B0604030504040204" pitchFamily="34" charset="0"/>
              <a:ea typeface="Verdana" panose="020B0604030504040204" pitchFamily="34" charset="0"/>
              <a:cs typeface="Verdana" panose="020B0604030504040204" pitchFamily="34" charset="0"/>
            </a:rPr>
            <a:t> Wait 30 min → repeat measurements </a:t>
          </a:r>
          <a:endParaRPr lang="en-US" sz="1600">
            <a:latin typeface="Verdana" panose="020B0604030504040204" pitchFamily="34" charset="0"/>
            <a:ea typeface="Verdana" panose="020B0604030504040204" pitchFamily="34" charset="0"/>
            <a:cs typeface="Verdana" panose="020B0604030504040204" pitchFamily="34" charset="0"/>
          </a:endParaRPr>
        </a:p>
      </dgm:t>
    </dgm:pt>
    <dgm:pt modelId="{AB0EB7D8-F8EB-45E7-991B-58F1697FF57C}" type="parTrans" cxnId="{3DC64B0B-246F-4C14-ADCD-0DA05685DD91}">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CF735FD9-B4F7-42EE-8A97-45E26E18FC60}" type="sibTrans" cxnId="{3DC64B0B-246F-4C14-ADCD-0DA05685DD91}">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E1E173F5-E503-43E7-A1A4-3399B98EA2CF}">
      <dgm:prSet custT="1"/>
      <dgm:spPr/>
      <dgm:t>
        <a:bodyPr/>
        <a:lstStyle/>
        <a:p>
          <a:pPr>
            <a:lnSpc>
              <a:spcPct val="100000"/>
            </a:lnSpc>
            <a:defRPr cap="all"/>
          </a:pPr>
          <a:r>
            <a:rPr lang="en-US" sz="1600" b="1" i="0" baseline="0">
              <a:latin typeface="Verdana" panose="020B0604030504040204" pitchFamily="34" charset="0"/>
              <a:ea typeface="Verdana" panose="020B0604030504040204" pitchFamily="34" charset="0"/>
              <a:cs typeface="Verdana" panose="020B0604030504040204" pitchFamily="34" charset="0"/>
            </a:rPr>
            <a:t>Independent variable:</a:t>
          </a:r>
          <a:r>
            <a:rPr lang="en-US" sz="1600" b="0" i="0" baseline="0">
              <a:latin typeface="Verdana" panose="020B0604030504040204" pitchFamily="34" charset="0"/>
              <a:ea typeface="Verdana" panose="020B0604030504040204" pitchFamily="34" charset="0"/>
              <a:cs typeface="Verdana" panose="020B0604030504040204" pitchFamily="34" charset="0"/>
            </a:rPr>
            <a:t> caffeine amount (80 mg, 160 mg, 200 mg, 300 mg) </a:t>
          </a:r>
          <a:endParaRPr lang="en-US" sz="1600">
            <a:latin typeface="Verdana" panose="020B0604030504040204" pitchFamily="34" charset="0"/>
            <a:ea typeface="Verdana" panose="020B0604030504040204" pitchFamily="34" charset="0"/>
            <a:cs typeface="Verdana" panose="020B0604030504040204" pitchFamily="34" charset="0"/>
          </a:endParaRPr>
        </a:p>
      </dgm:t>
    </dgm:pt>
    <dgm:pt modelId="{A5DD89DE-C669-44EC-BB35-7D848D9E7E7B}" type="parTrans" cxnId="{5D9E7CB0-481F-416D-B63B-6100B3C47EE9}">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42213685-4AD0-4659-AC1F-D87890F8B057}" type="sibTrans" cxnId="{5D9E7CB0-481F-416D-B63B-6100B3C47EE9}">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C6B830C9-7FED-48F2-9350-BB65239EE46D}">
      <dgm:prSet custT="1"/>
      <dgm:spPr/>
      <dgm:t>
        <a:bodyPr/>
        <a:lstStyle/>
        <a:p>
          <a:pPr>
            <a:lnSpc>
              <a:spcPct val="100000"/>
            </a:lnSpc>
            <a:defRPr cap="all"/>
          </a:pPr>
          <a:r>
            <a:rPr lang="en-US" sz="1600" b="1" i="0" baseline="0">
              <a:latin typeface="Verdana" panose="020B0604030504040204" pitchFamily="34" charset="0"/>
              <a:ea typeface="Verdana" panose="020B0604030504040204" pitchFamily="34" charset="0"/>
              <a:cs typeface="Verdana" panose="020B0604030504040204" pitchFamily="34" charset="0"/>
            </a:rPr>
            <a:t>Dependent variables:</a:t>
          </a:r>
          <a:r>
            <a:rPr lang="en-US" sz="1600" b="0" i="0" baseline="0">
              <a:latin typeface="Verdana" panose="020B0604030504040204" pitchFamily="34" charset="0"/>
              <a:ea typeface="Verdana" panose="020B0604030504040204" pitchFamily="34" charset="0"/>
              <a:cs typeface="Verdana" panose="020B0604030504040204" pitchFamily="34" charset="0"/>
            </a:rPr>
            <a:t> heart rate (bpm), reaction time (ms) </a:t>
          </a:r>
          <a:endParaRPr lang="en-US" sz="1600">
            <a:latin typeface="Verdana" panose="020B0604030504040204" pitchFamily="34" charset="0"/>
            <a:ea typeface="Verdana" panose="020B0604030504040204" pitchFamily="34" charset="0"/>
            <a:cs typeface="Verdana" panose="020B0604030504040204" pitchFamily="34" charset="0"/>
          </a:endParaRPr>
        </a:p>
      </dgm:t>
    </dgm:pt>
    <dgm:pt modelId="{BC7A6F72-793D-40B2-B5EC-F3393506DE7B}" type="parTrans" cxnId="{38508BA9-2FD1-4834-ACC2-1602160E0814}">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36A92B46-7C8C-4780-B417-0D5055C7F7B0}" type="sibTrans" cxnId="{38508BA9-2FD1-4834-ACC2-1602160E0814}">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F416BD4F-685D-4215-ADCE-123CB2D5463C}">
      <dgm:prSet custT="1"/>
      <dgm:spPr/>
      <dgm:t>
        <a:bodyPr/>
        <a:lstStyle/>
        <a:p>
          <a:pPr>
            <a:lnSpc>
              <a:spcPct val="100000"/>
            </a:lnSpc>
            <a:defRPr cap="all"/>
          </a:pPr>
          <a:r>
            <a:rPr lang="en-US" sz="1600" b="1" i="0" baseline="0">
              <a:latin typeface="Verdana" panose="020B0604030504040204" pitchFamily="34" charset="0"/>
              <a:ea typeface="Verdana" panose="020B0604030504040204" pitchFamily="34" charset="0"/>
              <a:cs typeface="Verdana" panose="020B0604030504040204" pitchFamily="34" charset="0"/>
            </a:rPr>
            <a:t>Control:</a:t>
          </a:r>
          <a:r>
            <a:rPr lang="en-US" sz="1600" b="0" i="0" baseline="0">
              <a:latin typeface="Verdana" panose="020B0604030504040204" pitchFamily="34" charset="0"/>
              <a:ea typeface="Verdana" panose="020B0604030504040204" pitchFamily="34" charset="0"/>
              <a:cs typeface="Verdana" panose="020B0604030504040204" pitchFamily="34" charset="0"/>
            </a:rPr>
            <a:t> water (0 mg caffeine) </a:t>
          </a:r>
          <a:endParaRPr lang="en-US" sz="1600">
            <a:latin typeface="Verdana" panose="020B0604030504040204" pitchFamily="34" charset="0"/>
            <a:ea typeface="Verdana" panose="020B0604030504040204" pitchFamily="34" charset="0"/>
            <a:cs typeface="Verdana" panose="020B0604030504040204" pitchFamily="34" charset="0"/>
          </a:endParaRPr>
        </a:p>
      </dgm:t>
    </dgm:pt>
    <dgm:pt modelId="{2BBD4A15-9FD6-4AB8-936D-6B19DD15BA60}" type="parTrans" cxnId="{4AAD56FD-1DBC-4EE9-8D69-236D11ECCDEC}">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91B0280B-6F3A-46C0-9DDB-BDE15737A664}" type="sibTrans" cxnId="{4AAD56FD-1DBC-4EE9-8D69-236D11ECCDEC}">
      <dgm:prSet/>
      <dgm:spPr/>
      <dgm:t>
        <a:bodyPr/>
        <a:lstStyle/>
        <a:p>
          <a:endParaRPr lang="en-US" sz="2800">
            <a:latin typeface="Verdana" panose="020B0604030504040204" pitchFamily="34" charset="0"/>
            <a:ea typeface="Verdana" panose="020B0604030504040204" pitchFamily="34" charset="0"/>
            <a:cs typeface="Verdana" panose="020B0604030504040204" pitchFamily="34" charset="0"/>
          </a:endParaRPr>
        </a:p>
      </dgm:t>
    </dgm:pt>
    <dgm:pt modelId="{D31063F0-DB64-470A-B602-DAFF3879E9E0}" type="pres">
      <dgm:prSet presAssocID="{91593FC6-453A-477B-B165-0A8B321FF357}" presName="root" presStyleCnt="0">
        <dgm:presLayoutVars>
          <dgm:dir/>
          <dgm:resizeHandles val="exact"/>
        </dgm:presLayoutVars>
      </dgm:prSet>
      <dgm:spPr/>
    </dgm:pt>
    <dgm:pt modelId="{5FE97170-6234-4FE3-BA8A-8CAF6ABE6EEC}" type="pres">
      <dgm:prSet presAssocID="{5B1FA819-717C-43C1-A520-3CE76639E81A}" presName="compNode" presStyleCnt="0"/>
      <dgm:spPr/>
    </dgm:pt>
    <dgm:pt modelId="{ADADA5B9-EC02-4CE6-9814-851A2AD0A649}" type="pres">
      <dgm:prSet presAssocID="{5B1FA819-717C-43C1-A520-3CE76639E81A}" presName="iconBgRect" presStyleLbl="bgShp" presStyleIdx="0" presStyleCnt="5"/>
      <dgm:spPr/>
    </dgm:pt>
    <dgm:pt modelId="{D3DDF763-1E76-496C-B2C9-A03951347D29}" type="pres">
      <dgm:prSet presAssocID="{5B1FA819-717C-43C1-A520-3CE76639E81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eart with Pulse"/>
        </a:ext>
      </dgm:extLst>
    </dgm:pt>
    <dgm:pt modelId="{77CE0B11-6FF1-4000-A501-B92F16B9838D}" type="pres">
      <dgm:prSet presAssocID="{5B1FA819-717C-43C1-A520-3CE76639E81A}" presName="spaceRect" presStyleCnt="0"/>
      <dgm:spPr/>
    </dgm:pt>
    <dgm:pt modelId="{15775E73-E26F-4EF9-AB81-10D6D1AA8D50}" type="pres">
      <dgm:prSet presAssocID="{5B1FA819-717C-43C1-A520-3CE76639E81A}" presName="textRect" presStyleLbl="revTx" presStyleIdx="0" presStyleCnt="5">
        <dgm:presLayoutVars>
          <dgm:chMax val="1"/>
          <dgm:chPref val="1"/>
        </dgm:presLayoutVars>
      </dgm:prSet>
      <dgm:spPr/>
    </dgm:pt>
    <dgm:pt modelId="{27E2FA98-E80A-4823-875B-733641257C89}" type="pres">
      <dgm:prSet presAssocID="{B802C1F0-A810-47D0-B5E2-37D7B86ABF10}" presName="sibTrans" presStyleCnt="0"/>
      <dgm:spPr/>
    </dgm:pt>
    <dgm:pt modelId="{C172B809-18B7-4914-AECA-08350FEBE46B}" type="pres">
      <dgm:prSet presAssocID="{CA17A85D-9A7C-41F2-815B-83B1199413BE}" presName="compNode" presStyleCnt="0"/>
      <dgm:spPr/>
    </dgm:pt>
    <dgm:pt modelId="{922C50F8-8450-4765-89A9-691B1D888010}" type="pres">
      <dgm:prSet presAssocID="{CA17A85D-9A7C-41F2-815B-83B1199413BE}" presName="iconBgRect" presStyleLbl="bgShp" presStyleIdx="1" presStyleCnt="5"/>
      <dgm:spPr/>
    </dgm:pt>
    <dgm:pt modelId="{1B096F58-8DE3-4DFB-B0D7-48E75CA7A7C4}" type="pres">
      <dgm:prSet presAssocID="{CA17A85D-9A7C-41F2-815B-83B1199413BE}"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pwatch"/>
        </a:ext>
      </dgm:extLst>
    </dgm:pt>
    <dgm:pt modelId="{CD224324-8838-49DB-99D7-4755DC0C4B80}" type="pres">
      <dgm:prSet presAssocID="{CA17A85D-9A7C-41F2-815B-83B1199413BE}" presName="spaceRect" presStyleCnt="0"/>
      <dgm:spPr/>
    </dgm:pt>
    <dgm:pt modelId="{48B05898-410C-47BC-B6E4-5E3549F3BA57}" type="pres">
      <dgm:prSet presAssocID="{CA17A85D-9A7C-41F2-815B-83B1199413BE}" presName="textRect" presStyleLbl="revTx" presStyleIdx="1" presStyleCnt="5">
        <dgm:presLayoutVars>
          <dgm:chMax val="1"/>
          <dgm:chPref val="1"/>
        </dgm:presLayoutVars>
      </dgm:prSet>
      <dgm:spPr/>
    </dgm:pt>
    <dgm:pt modelId="{976F1F57-C71A-45A7-8597-1460145C758B}" type="pres">
      <dgm:prSet presAssocID="{CF735FD9-B4F7-42EE-8A97-45E26E18FC60}" presName="sibTrans" presStyleCnt="0"/>
      <dgm:spPr/>
    </dgm:pt>
    <dgm:pt modelId="{DA352F81-D720-469F-9397-63A024E1D9A8}" type="pres">
      <dgm:prSet presAssocID="{E1E173F5-E503-43E7-A1A4-3399B98EA2CF}" presName="compNode" presStyleCnt="0"/>
      <dgm:spPr/>
    </dgm:pt>
    <dgm:pt modelId="{5DFB5B3A-BA4D-49B3-87A6-302232ED2816}" type="pres">
      <dgm:prSet presAssocID="{E1E173F5-E503-43E7-A1A4-3399B98EA2CF}" presName="iconBgRect" presStyleLbl="bgShp" presStyleIdx="2" presStyleCnt="5"/>
      <dgm:spPr/>
    </dgm:pt>
    <dgm:pt modelId="{89EA7014-B58B-4CF5-9927-222E3EF7FAD6}" type="pres">
      <dgm:prSet presAssocID="{E1E173F5-E503-43E7-A1A4-3399B98EA2CF}"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edicine"/>
        </a:ext>
      </dgm:extLst>
    </dgm:pt>
    <dgm:pt modelId="{F92400E4-F9D0-4F68-B80B-AFBF5A689495}" type="pres">
      <dgm:prSet presAssocID="{E1E173F5-E503-43E7-A1A4-3399B98EA2CF}" presName="spaceRect" presStyleCnt="0"/>
      <dgm:spPr/>
    </dgm:pt>
    <dgm:pt modelId="{0A1B0C08-DAF0-44AA-A72B-7B076BFFAA01}" type="pres">
      <dgm:prSet presAssocID="{E1E173F5-E503-43E7-A1A4-3399B98EA2CF}" presName="textRect" presStyleLbl="revTx" presStyleIdx="2" presStyleCnt="5">
        <dgm:presLayoutVars>
          <dgm:chMax val="1"/>
          <dgm:chPref val="1"/>
        </dgm:presLayoutVars>
      </dgm:prSet>
      <dgm:spPr/>
    </dgm:pt>
    <dgm:pt modelId="{0FEFC415-8AD4-4EA2-9DF4-D1375F991B8F}" type="pres">
      <dgm:prSet presAssocID="{42213685-4AD0-4659-AC1F-D87890F8B057}" presName="sibTrans" presStyleCnt="0"/>
      <dgm:spPr/>
    </dgm:pt>
    <dgm:pt modelId="{3A6FA648-C7FD-4FF2-ACB6-25F09B07D457}" type="pres">
      <dgm:prSet presAssocID="{C6B830C9-7FED-48F2-9350-BB65239EE46D}" presName="compNode" presStyleCnt="0"/>
      <dgm:spPr/>
    </dgm:pt>
    <dgm:pt modelId="{4FB9992E-62F3-4CA2-B3B5-FAD31F0719E9}" type="pres">
      <dgm:prSet presAssocID="{C6B830C9-7FED-48F2-9350-BB65239EE46D}" presName="iconBgRect" presStyleLbl="bgShp" presStyleIdx="3" presStyleCnt="5"/>
      <dgm:spPr/>
    </dgm:pt>
    <dgm:pt modelId="{442946F8-2DA9-4300-A9C7-6D691132E0A9}" type="pres">
      <dgm:prSet presAssocID="{C6B830C9-7FED-48F2-9350-BB65239EE46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rt Organ"/>
        </a:ext>
      </dgm:extLst>
    </dgm:pt>
    <dgm:pt modelId="{2A24F145-A1C6-46D0-AFBF-276DA3F8B223}" type="pres">
      <dgm:prSet presAssocID="{C6B830C9-7FED-48F2-9350-BB65239EE46D}" presName="spaceRect" presStyleCnt="0"/>
      <dgm:spPr/>
    </dgm:pt>
    <dgm:pt modelId="{19FD6AD1-5596-411B-9A3C-DC728C69726D}" type="pres">
      <dgm:prSet presAssocID="{C6B830C9-7FED-48F2-9350-BB65239EE46D}" presName="textRect" presStyleLbl="revTx" presStyleIdx="3" presStyleCnt="5">
        <dgm:presLayoutVars>
          <dgm:chMax val="1"/>
          <dgm:chPref val="1"/>
        </dgm:presLayoutVars>
      </dgm:prSet>
      <dgm:spPr/>
    </dgm:pt>
    <dgm:pt modelId="{E599D445-AB49-48AF-A857-9F4D72252814}" type="pres">
      <dgm:prSet presAssocID="{36A92B46-7C8C-4780-B417-0D5055C7F7B0}" presName="sibTrans" presStyleCnt="0"/>
      <dgm:spPr/>
    </dgm:pt>
    <dgm:pt modelId="{A8CCD003-EA35-4069-9384-E096580EE4BE}" type="pres">
      <dgm:prSet presAssocID="{F416BD4F-685D-4215-ADCE-123CB2D5463C}" presName="compNode" presStyleCnt="0"/>
      <dgm:spPr/>
    </dgm:pt>
    <dgm:pt modelId="{7CEBD66C-4481-4588-8F48-ADB8585361C7}" type="pres">
      <dgm:prSet presAssocID="{F416BD4F-685D-4215-ADCE-123CB2D5463C}" presName="iconBgRect" presStyleLbl="bgShp" presStyleIdx="4" presStyleCnt="5"/>
      <dgm:spPr/>
    </dgm:pt>
    <dgm:pt modelId="{05094684-9A11-4F63-97B2-854173F0DB5F}" type="pres">
      <dgm:prSet presAssocID="{F416BD4F-685D-4215-ADCE-123CB2D5463C}"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offee"/>
        </a:ext>
      </dgm:extLst>
    </dgm:pt>
    <dgm:pt modelId="{3014C15A-4C26-45FB-8E0B-1B38CFDC78F2}" type="pres">
      <dgm:prSet presAssocID="{F416BD4F-685D-4215-ADCE-123CB2D5463C}" presName="spaceRect" presStyleCnt="0"/>
      <dgm:spPr/>
    </dgm:pt>
    <dgm:pt modelId="{8B6C3FC1-7BBF-4074-A848-36653AA8D035}" type="pres">
      <dgm:prSet presAssocID="{F416BD4F-685D-4215-ADCE-123CB2D5463C}" presName="textRect" presStyleLbl="revTx" presStyleIdx="4" presStyleCnt="5">
        <dgm:presLayoutVars>
          <dgm:chMax val="1"/>
          <dgm:chPref val="1"/>
        </dgm:presLayoutVars>
      </dgm:prSet>
      <dgm:spPr/>
    </dgm:pt>
  </dgm:ptLst>
  <dgm:cxnLst>
    <dgm:cxn modelId="{3DC64B0B-246F-4C14-ADCD-0DA05685DD91}" srcId="{91593FC6-453A-477B-B165-0A8B321FF357}" destId="{CA17A85D-9A7C-41F2-815B-83B1199413BE}" srcOrd="1" destOrd="0" parTransId="{AB0EB7D8-F8EB-45E7-991B-58F1697FF57C}" sibTransId="{CF735FD9-B4F7-42EE-8A97-45E26E18FC60}"/>
    <dgm:cxn modelId="{2CB4F610-A2DB-4BE9-ACCB-8DABB97B1EE4}" type="presOf" srcId="{C6B830C9-7FED-48F2-9350-BB65239EE46D}" destId="{19FD6AD1-5596-411B-9A3C-DC728C69726D}" srcOrd="0" destOrd="0" presId="urn:microsoft.com/office/officeart/2018/5/layout/IconCircleLabelList"/>
    <dgm:cxn modelId="{38508BA9-2FD1-4834-ACC2-1602160E0814}" srcId="{91593FC6-453A-477B-B165-0A8B321FF357}" destId="{C6B830C9-7FED-48F2-9350-BB65239EE46D}" srcOrd="3" destOrd="0" parTransId="{BC7A6F72-793D-40B2-B5EC-F3393506DE7B}" sibTransId="{36A92B46-7C8C-4780-B417-0D5055C7F7B0}"/>
    <dgm:cxn modelId="{5D9E7CB0-481F-416D-B63B-6100B3C47EE9}" srcId="{91593FC6-453A-477B-B165-0A8B321FF357}" destId="{E1E173F5-E503-43E7-A1A4-3399B98EA2CF}" srcOrd="2" destOrd="0" parTransId="{A5DD89DE-C669-44EC-BB35-7D848D9E7E7B}" sibTransId="{42213685-4AD0-4659-AC1F-D87890F8B057}"/>
    <dgm:cxn modelId="{F5F541B5-EED6-411A-9F2B-62C433088705}" type="presOf" srcId="{CA17A85D-9A7C-41F2-815B-83B1199413BE}" destId="{48B05898-410C-47BC-B6E4-5E3549F3BA57}" srcOrd="0" destOrd="0" presId="urn:microsoft.com/office/officeart/2018/5/layout/IconCircleLabelList"/>
    <dgm:cxn modelId="{428848C6-21E8-49BC-ADEB-C73DE2D5C85F}" srcId="{91593FC6-453A-477B-B165-0A8B321FF357}" destId="{5B1FA819-717C-43C1-A520-3CE76639E81A}" srcOrd="0" destOrd="0" parTransId="{9F05788B-F673-4BE6-9D56-91BE4C467701}" sibTransId="{B802C1F0-A810-47D0-B5E2-37D7B86ABF10}"/>
    <dgm:cxn modelId="{19C8AFD2-A9DB-42FF-A816-6E7C4E0ADF80}" type="presOf" srcId="{5B1FA819-717C-43C1-A520-3CE76639E81A}" destId="{15775E73-E26F-4EF9-AB81-10D6D1AA8D50}" srcOrd="0" destOrd="0" presId="urn:microsoft.com/office/officeart/2018/5/layout/IconCircleLabelList"/>
    <dgm:cxn modelId="{6B75FDD8-6D8B-4CC5-AD97-FBA79250AA58}" type="presOf" srcId="{F416BD4F-685D-4215-ADCE-123CB2D5463C}" destId="{8B6C3FC1-7BBF-4074-A848-36653AA8D035}" srcOrd="0" destOrd="0" presId="urn:microsoft.com/office/officeart/2018/5/layout/IconCircleLabelList"/>
    <dgm:cxn modelId="{4B5173E3-2B3B-4D72-909B-B4C9D146CA2A}" type="presOf" srcId="{91593FC6-453A-477B-B165-0A8B321FF357}" destId="{D31063F0-DB64-470A-B602-DAFF3879E9E0}" srcOrd="0" destOrd="0" presId="urn:microsoft.com/office/officeart/2018/5/layout/IconCircleLabelList"/>
    <dgm:cxn modelId="{31F183EA-B9C8-4A32-9436-911FA84ACDF3}" type="presOf" srcId="{E1E173F5-E503-43E7-A1A4-3399B98EA2CF}" destId="{0A1B0C08-DAF0-44AA-A72B-7B076BFFAA01}" srcOrd="0" destOrd="0" presId="urn:microsoft.com/office/officeart/2018/5/layout/IconCircleLabelList"/>
    <dgm:cxn modelId="{4AAD56FD-1DBC-4EE9-8D69-236D11ECCDEC}" srcId="{91593FC6-453A-477B-B165-0A8B321FF357}" destId="{F416BD4F-685D-4215-ADCE-123CB2D5463C}" srcOrd="4" destOrd="0" parTransId="{2BBD4A15-9FD6-4AB8-936D-6B19DD15BA60}" sibTransId="{91B0280B-6F3A-46C0-9DDB-BDE15737A664}"/>
    <dgm:cxn modelId="{EE04CFAC-7963-4573-8CFE-D7462B48B265}" type="presParOf" srcId="{D31063F0-DB64-470A-B602-DAFF3879E9E0}" destId="{5FE97170-6234-4FE3-BA8A-8CAF6ABE6EEC}" srcOrd="0" destOrd="0" presId="urn:microsoft.com/office/officeart/2018/5/layout/IconCircleLabelList"/>
    <dgm:cxn modelId="{A204B475-C4DC-4C0C-A030-4B9BD40BACE7}" type="presParOf" srcId="{5FE97170-6234-4FE3-BA8A-8CAF6ABE6EEC}" destId="{ADADA5B9-EC02-4CE6-9814-851A2AD0A649}" srcOrd="0" destOrd="0" presId="urn:microsoft.com/office/officeart/2018/5/layout/IconCircleLabelList"/>
    <dgm:cxn modelId="{26AB1F2F-2653-46A7-B396-41CCF5CC8DE0}" type="presParOf" srcId="{5FE97170-6234-4FE3-BA8A-8CAF6ABE6EEC}" destId="{D3DDF763-1E76-496C-B2C9-A03951347D29}" srcOrd="1" destOrd="0" presId="urn:microsoft.com/office/officeart/2018/5/layout/IconCircleLabelList"/>
    <dgm:cxn modelId="{4D7A0379-3672-4A3B-822E-BBA76D0BD926}" type="presParOf" srcId="{5FE97170-6234-4FE3-BA8A-8CAF6ABE6EEC}" destId="{77CE0B11-6FF1-4000-A501-B92F16B9838D}" srcOrd="2" destOrd="0" presId="urn:microsoft.com/office/officeart/2018/5/layout/IconCircleLabelList"/>
    <dgm:cxn modelId="{BE1DD0DA-36BB-4231-9F1E-651FEAAAB5C4}" type="presParOf" srcId="{5FE97170-6234-4FE3-BA8A-8CAF6ABE6EEC}" destId="{15775E73-E26F-4EF9-AB81-10D6D1AA8D50}" srcOrd="3" destOrd="0" presId="urn:microsoft.com/office/officeart/2018/5/layout/IconCircleLabelList"/>
    <dgm:cxn modelId="{63F821AD-9623-484E-A5CC-92452DDCD456}" type="presParOf" srcId="{D31063F0-DB64-470A-B602-DAFF3879E9E0}" destId="{27E2FA98-E80A-4823-875B-733641257C89}" srcOrd="1" destOrd="0" presId="urn:microsoft.com/office/officeart/2018/5/layout/IconCircleLabelList"/>
    <dgm:cxn modelId="{22E08214-35A5-4D03-85C0-A7B11335EE1A}" type="presParOf" srcId="{D31063F0-DB64-470A-B602-DAFF3879E9E0}" destId="{C172B809-18B7-4914-AECA-08350FEBE46B}" srcOrd="2" destOrd="0" presId="urn:microsoft.com/office/officeart/2018/5/layout/IconCircleLabelList"/>
    <dgm:cxn modelId="{11D984C2-24BC-4A81-BD67-1F632D4D36EE}" type="presParOf" srcId="{C172B809-18B7-4914-AECA-08350FEBE46B}" destId="{922C50F8-8450-4765-89A9-691B1D888010}" srcOrd="0" destOrd="0" presId="urn:microsoft.com/office/officeart/2018/5/layout/IconCircleLabelList"/>
    <dgm:cxn modelId="{DAE628C2-ED75-4E76-877B-B298784A2D49}" type="presParOf" srcId="{C172B809-18B7-4914-AECA-08350FEBE46B}" destId="{1B096F58-8DE3-4DFB-B0D7-48E75CA7A7C4}" srcOrd="1" destOrd="0" presId="urn:microsoft.com/office/officeart/2018/5/layout/IconCircleLabelList"/>
    <dgm:cxn modelId="{546744C2-6264-490A-B5E1-FA6A9C5DB0E2}" type="presParOf" srcId="{C172B809-18B7-4914-AECA-08350FEBE46B}" destId="{CD224324-8838-49DB-99D7-4755DC0C4B80}" srcOrd="2" destOrd="0" presId="urn:microsoft.com/office/officeart/2018/5/layout/IconCircleLabelList"/>
    <dgm:cxn modelId="{31F61C01-3DFC-43C4-A768-EB8D473B4100}" type="presParOf" srcId="{C172B809-18B7-4914-AECA-08350FEBE46B}" destId="{48B05898-410C-47BC-B6E4-5E3549F3BA57}" srcOrd="3" destOrd="0" presId="urn:microsoft.com/office/officeart/2018/5/layout/IconCircleLabelList"/>
    <dgm:cxn modelId="{2FBD79CA-4046-46DD-8573-F54D93865006}" type="presParOf" srcId="{D31063F0-DB64-470A-B602-DAFF3879E9E0}" destId="{976F1F57-C71A-45A7-8597-1460145C758B}" srcOrd="3" destOrd="0" presId="urn:microsoft.com/office/officeart/2018/5/layout/IconCircleLabelList"/>
    <dgm:cxn modelId="{86C535FC-AF3D-470A-B57D-A809A4C13EB6}" type="presParOf" srcId="{D31063F0-DB64-470A-B602-DAFF3879E9E0}" destId="{DA352F81-D720-469F-9397-63A024E1D9A8}" srcOrd="4" destOrd="0" presId="urn:microsoft.com/office/officeart/2018/5/layout/IconCircleLabelList"/>
    <dgm:cxn modelId="{3D63D9E4-1BB6-41D3-937E-AE0EF4F84D4F}" type="presParOf" srcId="{DA352F81-D720-469F-9397-63A024E1D9A8}" destId="{5DFB5B3A-BA4D-49B3-87A6-302232ED2816}" srcOrd="0" destOrd="0" presId="urn:microsoft.com/office/officeart/2018/5/layout/IconCircleLabelList"/>
    <dgm:cxn modelId="{E9C42AC2-1724-40D2-A077-A1CAF5BE2D27}" type="presParOf" srcId="{DA352F81-D720-469F-9397-63A024E1D9A8}" destId="{89EA7014-B58B-4CF5-9927-222E3EF7FAD6}" srcOrd="1" destOrd="0" presId="urn:microsoft.com/office/officeart/2018/5/layout/IconCircleLabelList"/>
    <dgm:cxn modelId="{654A331E-46E6-4B9B-B90B-B25A7CF58022}" type="presParOf" srcId="{DA352F81-D720-469F-9397-63A024E1D9A8}" destId="{F92400E4-F9D0-4F68-B80B-AFBF5A689495}" srcOrd="2" destOrd="0" presId="urn:microsoft.com/office/officeart/2018/5/layout/IconCircleLabelList"/>
    <dgm:cxn modelId="{94F10BEE-CD58-4E7E-B92F-D170AE22CC44}" type="presParOf" srcId="{DA352F81-D720-469F-9397-63A024E1D9A8}" destId="{0A1B0C08-DAF0-44AA-A72B-7B076BFFAA01}" srcOrd="3" destOrd="0" presId="urn:microsoft.com/office/officeart/2018/5/layout/IconCircleLabelList"/>
    <dgm:cxn modelId="{F71618D4-0B87-4ADF-A59A-2544E496AAE5}" type="presParOf" srcId="{D31063F0-DB64-470A-B602-DAFF3879E9E0}" destId="{0FEFC415-8AD4-4EA2-9DF4-D1375F991B8F}" srcOrd="5" destOrd="0" presId="urn:microsoft.com/office/officeart/2018/5/layout/IconCircleLabelList"/>
    <dgm:cxn modelId="{CE87F11C-7985-4F72-B9C9-F6CA44ED243E}" type="presParOf" srcId="{D31063F0-DB64-470A-B602-DAFF3879E9E0}" destId="{3A6FA648-C7FD-4FF2-ACB6-25F09B07D457}" srcOrd="6" destOrd="0" presId="urn:microsoft.com/office/officeart/2018/5/layout/IconCircleLabelList"/>
    <dgm:cxn modelId="{FF6831EA-8564-46B2-9B79-E3E473AA1623}" type="presParOf" srcId="{3A6FA648-C7FD-4FF2-ACB6-25F09B07D457}" destId="{4FB9992E-62F3-4CA2-B3B5-FAD31F0719E9}" srcOrd="0" destOrd="0" presId="urn:microsoft.com/office/officeart/2018/5/layout/IconCircleLabelList"/>
    <dgm:cxn modelId="{684404B4-248E-4FD6-A017-1DC858C1D23A}" type="presParOf" srcId="{3A6FA648-C7FD-4FF2-ACB6-25F09B07D457}" destId="{442946F8-2DA9-4300-A9C7-6D691132E0A9}" srcOrd="1" destOrd="0" presId="urn:microsoft.com/office/officeart/2018/5/layout/IconCircleLabelList"/>
    <dgm:cxn modelId="{7AC42A25-4ACA-4BD5-8242-EB6DA7B0EC50}" type="presParOf" srcId="{3A6FA648-C7FD-4FF2-ACB6-25F09B07D457}" destId="{2A24F145-A1C6-46D0-AFBF-276DA3F8B223}" srcOrd="2" destOrd="0" presId="urn:microsoft.com/office/officeart/2018/5/layout/IconCircleLabelList"/>
    <dgm:cxn modelId="{B1143CD2-288E-4FD9-A1D6-1440D81819BD}" type="presParOf" srcId="{3A6FA648-C7FD-4FF2-ACB6-25F09B07D457}" destId="{19FD6AD1-5596-411B-9A3C-DC728C69726D}" srcOrd="3" destOrd="0" presId="urn:microsoft.com/office/officeart/2018/5/layout/IconCircleLabelList"/>
    <dgm:cxn modelId="{6281DF74-78CA-4E27-935F-6C5BEEE147D9}" type="presParOf" srcId="{D31063F0-DB64-470A-B602-DAFF3879E9E0}" destId="{E599D445-AB49-48AF-A857-9F4D72252814}" srcOrd="7" destOrd="0" presId="urn:microsoft.com/office/officeart/2018/5/layout/IconCircleLabelList"/>
    <dgm:cxn modelId="{BAC9B2EF-4995-453F-ADD9-C0F57B832355}" type="presParOf" srcId="{D31063F0-DB64-470A-B602-DAFF3879E9E0}" destId="{A8CCD003-EA35-4069-9384-E096580EE4BE}" srcOrd="8" destOrd="0" presId="urn:microsoft.com/office/officeart/2018/5/layout/IconCircleLabelList"/>
    <dgm:cxn modelId="{F6EBAE1B-5808-466E-B12B-4330F4C9D887}" type="presParOf" srcId="{A8CCD003-EA35-4069-9384-E096580EE4BE}" destId="{7CEBD66C-4481-4588-8F48-ADB8585361C7}" srcOrd="0" destOrd="0" presId="urn:microsoft.com/office/officeart/2018/5/layout/IconCircleLabelList"/>
    <dgm:cxn modelId="{641C8E13-DA90-43B7-8758-9436C9B373FF}" type="presParOf" srcId="{A8CCD003-EA35-4069-9384-E096580EE4BE}" destId="{05094684-9A11-4F63-97B2-854173F0DB5F}" srcOrd="1" destOrd="0" presId="urn:microsoft.com/office/officeart/2018/5/layout/IconCircleLabelList"/>
    <dgm:cxn modelId="{C08C92BA-27B0-4731-BB50-C12808692E7A}" type="presParOf" srcId="{A8CCD003-EA35-4069-9384-E096580EE4BE}" destId="{3014C15A-4C26-45FB-8E0B-1B38CFDC78F2}" srcOrd="2" destOrd="0" presId="urn:microsoft.com/office/officeart/2018/5/layout/IconCircleLabelList"/>
    <dgm:cxn modelId="{67567969-99DC-45B2-A90D-B7F258E579E0}" type="presParOf" srcId="{A8CCD003-EA35-4069-9384-E096580EE4BE}" destId="{8B6C3FC1-7BBF-4074-A848-36653AA8D03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D867DB-49B0-4859-BFF1-1EE9E23EDEF2}">
      <dsp:nvSpPr>
        <dsp:cNvPr id="0" name=""/>
        <dsp:cNvSpPr/>
      </dsp:nvSpPr>
      <dsp:spPr>
        <a:xfrm>
          <a:off x="1138979" y="659237"/>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E61B9E-A4D0-42C8-9BA1-D7F3F50157D5}">
      <dsp:nvSpPr>
        <dsp:cNvPr id="0" name=""/>
        <dsp:cNvSpPr/>
      </dsp:nvSpPr>
      <dsp:spPr>
        <a:xfrm>
          <a:off x="569079" y="1974962"/>
          <a:ext cx="2072362"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latin typeface="Verdana" panose="020B0604030504040204" pitchFamily="34" charset="0"/>
              <a:ea typeface="Verdana" panose="020B0604030504040204" pitchFamily="34" charset="0"/>
              <a:cs typeface="Verdana" panose="020B0604030504040204" pitchFamily="34" charset="0"/>
            </a:rPr>
            <a:t>Evaluate changes in heart rate and reaction time before and after energy drink consumption </a:t>
          </a:r>
        </a:p>
      </dsp:txBody>
      <dsp:txXfrm>
        <a:off x="569079" y="1974962"/>
        <a:ext cx="2072362" cy="1237500"/>
      </dsp:txXfrm>
    </dsp:sp>
    <dsp:sp modelId="{48E19DBD-674B-4D39-8A98-89EB60B58BDD}">
      <dsp:nvSpPr>
        <dsp:cNvPr id="0" name=""/>
        <dsp:cNvSpPr/>
      </dsp:nvSpPr>
      <dsp:spPr>
        <a:xfrm>
          <a:off x="3574005" y="659237"/>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591B8F-C4C4-49BD-87F5-90597150AF90}">
      <dsp:nvSpPr>
        <dsp:cNvPr id="0" name=""/>
        <dsp:cNvSpPr/>
      </dsp:nvSpPr>
      <dsp:spPr>
        <a:xfrm>
          <a:off x="3004105" y="1974962"/>
          <a:ext cx="2072362"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latin typeface="Verdana" panose="020B0604030504040204" pitchFamily="34" charset="0"/>
              <a:ea typeface="Verdana" panose="020B0604030504040204" pitchFamily="34" charset="0"/>
              <a:cs typeface="Verdana" panose="020B0604030504040204" pitchFamily="34" charset="0"/>
            </a:rPr>
            <a:t>Focus on physiological and cognitive effects of caffeine on college students </a:t>
          </a:r>
        </a:p>
      </dsp:txBody>
      <dsp:txXfrm>
        <a:off x="3004105" y="1974962"/>
        <a:ext cx="2072362" cy="1237500"/>
      </dsp:txXfrm>
    </dsp:sp>
    <dsp:sp modelId="{6ACD8C4C-A0C3-474F-88A9-D3048AEB6554}">
      <dsp:nvSpPr>
        <dsp:cNvPr id="0" name=""/>
        <dsp:cNvSpPr/>
      </dsp:nvSpPr>
      <dsp:spPr>
        <a:xfrm>
          <a:off x="6009031" y="659237"/>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9FF56E-0BC8-4065-9165-819B9DBD2C09}">
      <dsp:nvSpPr>
        <dsp:cNvPr id="0" name=""/>
        <dsp:cNvSpPr/>
      </dsp:nvSpPr>
      <dsp:spPr>
        <a:xfrm>
          <a:off x="5439131" y="1974962"/>
          <a:ext cx="2072362"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latin typeface="Verdana" panose="020B0604030504040204" pitchFamily="34" charset="0"/>
              <a:ea typeface="Verdana" panose="020B0604030504040204" pitchFamily="34" charset="0"/>
              <a:cs typeface="Verdana" panose="020B0604030504040204" pitchFamily="34" charset="0"/>
            </a:rPr>
            <a:t>Test correlation between caffeine doses and performance </a:t>
          </a:r>
        </a:p>
      </dsp:txBody>
      <dsp:txXfrm>
        <a:off x="5439131" y="1974962"/>
        <a:ext cx="2072362" cy="1237500"/>
      </dsp:txXfrm>
    </dsp:sp>
    <dsp:sp modelId="{A18A2D38-781C-40DD-B69A-468E2383E5B8}">
      <dsp:nvSpPr>
        <dsp:cNvPr id="0" name=""/>
        <dsp:cNvSpPr/>
      </dsp:nvSpPr>
      <dsp:spPr>
        <a:xfrm>
          <a:off x="8444057" y="659237"/>
          <a:ext cx="932563" cy="9325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0A47FA-9DC7-469B-B701-E1A20C70BA27}">
      <dsp:nvSpPr>
        <dsp:cNvPr id="0" name=""/>
        <dsp:cNvSpPr/>
      </dsp:nvSpPr>
      <dsp:spPr>
        <a:xfrm>
          <a:off x="7874157" y="1974962"/>
          <a:ext cx="2072362"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kern="1200">
              <a:latin typeface="Verdana" panose="020B0604030504040204" pitchFamily="34" charset="0"/>
              <a:ea typeface="Verdana" panose="020B0604030504040204" pitchFamily="34" charset="0"/>
              <a:cs typeface="Verdana" panose="020B0604030504040204" pitchFamily="34" charset="0"/>
            </a:rPr>
            <a:t>Caffeine range: </a:t>
          </a:r>
        </a:p>
        <a:p>
          <a:pPr marL="0" lvl="0" indent="0" algn="ctr" defTabSz="711200">
            <a:lnSpc>
              <a:spcPct val="100000"/>
            </a:lnSpc>
            <a:spcBef>
              <a:spcPct val="0"/>
            </a:spcBef>
            <a:spcAft>
              <a:spcPct val="35000"/>
            </a:spcAft>
            <a:buNone/>
          </a:pPr>
          <a:r>
            <a:rPr lang="en-US" sz="1600" kern="1200">
              <a:latin typeface="Verdana" panose="020B0604030504040204" pitchFamily="34" charset="0"/>
              <a:ea typeface="Verdana" panose="020B0604030504040204" pitchFamily="34" charset="0"/>
              <a:cs typeface="Verdana" panose="020B0604030504040204" pitchFamily="34" charset="0"/>
            </a:rPr>
            <a:t>80 mg – 300 mg </a:t>
          </a:r>
        </a:p>
      </dsp:txBody>
      <dsp:txXfrm>
        <a:off x="7874157" y="1974962"/>
        <a:ext cx="2072362" cy="123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3AE625-B523-412F-B2F4-2FA5BF9FA396}">
      <dsp:nvSpPr>
        <dsp:cNvPr id="0" name=""/>
        <dsp:cNvSpPr/>
      </dsp:nvSpPr>
      <dsp:spPr>
        <a:xfrm>
          <a:off x="0" y="1806"/>
          <a:ext cx="10515600" cy="915564"/>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C62C42-4537-4DE5-B4FA-D4828904552F}">
      <dsp:nvSpPr>
        <dsp:cNvPr id="0" name=""/>
        <dsp:cNvSpPr/>
      </dsp:nvSpPr>
      <dsp:spPr>
        <a:xfrm>
          <a:off x="276958" y="207808"/>
          <a:ext cx="503560" cy="5035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E7977D-6343-47C9-BADF-5613C1AA80D4}">
      <dsp:nvSpPr>
        <dsp:cNvPr id="0" name=""/>
        <dsp:cNvSpPr/>
      </dsp:nvSpPr>
      <dsp:spPr>
        <a:xfrm>
          <a:off x="1057476" y="1806"/>
          <a:ext cx="94581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977900">
            <a:lnSpc>
              <a:spcPct val="100000"/>
            </a:lnSpc>
            <a:spcBef>
              <a:spcPct val="0"/>
            </a:spcBef>
            <a:spcAft>
              <a:spcPct val="35000"/>
            </a:spcAft>
            <a:buNone/>
          </a:pPr>
          <a:r>
            <a:rPr lang="en-US" sz="2200" kern="1200">
              <a:latin typeface="Verdana" panose="020B0604030504040204" pitchFamily="34" charset="0"/>
              <a:ea typeface="Verdana" panose="020B0604030504040204" pitchFamily="34" charset="0"/>
              <a:cs typeface="Verdana" panose="020B0604030504040204" pitchFamily="34" charset="0"/>
            </a:rPr>
            <a:t>92% of college students consume caffeine (avg. 159 mg/day)</a:t>
          </a:r>
        </a:p>
      </dsp:txBody>
      <dsp:txXfrm>
        <a:off x="1057476" y="1806"/>
        <a:ext cx="9458123" cy="915564"/>
      </dsp:txXfrm>
    </dsp:sp>
    <dsp:sp modelId="{2FF96E14-68BF-4A57-AE33-740084F66B74}">
      <dsp:nvSpPr>
        <dsp:cNvPr id="0" name=""/>
        <dsp:cNvSpPr/>
      </dsp:nvSpPr>
      <dsp:spPr>
        <a:xfrm>
          <a:off x="0" y="1146262"/>
          <a:ext cx="10515600" cy="915564"/>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305F3A-1A91-437B-957D-2916EB0D5A4F}">
      <dsp:nvSpPr>
        <dsp:cNvPr id="0" name=""/>
        <dsp:cNvSpPr/>
      </dsp:nvSpPr>
      <dsp:spPr>
        <a:xfrm>
          <a:off x="276958" y="1352264"/>
          <a:ext cx="503560" cy="5035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CAD2B6-5D71-4ACE-B2F0-C0B138BB9B5B}">
      <dsp:nvSpPr>
        <dsp:cNvPr id="0" name=""/>
        <dsp:cNvSpPr/>
      </dsp:nvSpPr>
      <dsp:spPr>
        <a:xfrm>
          <a:off x="1057476" y="1146262"/>
          <a:ext cx="94581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977900">
            <a:lnSpc>
              <a:spcPct val="100000"/>
            </a:lnSpc>
            <a:spcBef>
              <a:spcPct val="0"/>
            </a:spcBef>
            <a:spcAft>
              <a:spcPct val="35000"/>
            </a:spcAft>
            <a:buNone/>
          </a:pPr>
          <a:r>
            <a:rPr lang="en-US" sz="2200" kern="1200">
              <a:latin typeface="Verdana" panose="020B0604030504040204" pitchFamily="34" charset="0"/>
              <a:ea typeface="Verdana" panose="020B0604030504040204" pitchFamily="34" charset="0"/>
              <a:cs typeface="Verdana" panose="020B0604030504040204" pitchFamily="34" charset="0"/>
            </a:rPr>
            <a:t>Reasons: stay awake, improve concentration, social aspects, reduce stress</a:t>
          </a:r>
        </a:p>
      </dsp:txBody>
      <dsp:txXfrm>
        <a:off x="1057476" y="1146262"/>
        <a:ext cx="9458123" cy="915564"/>
      </dsp:txXfrm>
    </dsp:sp>
    <dsp:sp modelId="{5C11BD99-484D-4F0F-893C-9C5DC232B246}">
      <dsp:nvSpPr>
        <dsp:cNvPr id="0" name=""/>
        <dsp:cNvSpPr/>
      </dsp:nvSpPr>
      <dsp:spPr>
        <a:xfrm>
          <a:off x="0" y="2290717"/>
          <a:ext cx="10515600" cy="915564"/>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256586-C1D2-422D-B658-7CFB505DA03A}">
      <dsp:nvSpPr>
        <dsp:cNvPr id="0" name=""/>
        <dsp:cNvSpPr/>
      </dsp:nvSpPr>
      <dsp:spPr>
        <a:xfrm>
          <a:off x="276958" y="2496719"/>
          <a:ext cx="503560" cy="5035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6BC6DD-BD77-4B12-B111-A8B1AB880AAA}">
      <dsp:nvSpPr>
        <dsp:cNvPr id="0" name=""/>
        <dsp:cNvSpPr/>
      </dsp:nvSpPr>
      <dsp:spPr>
        <a:xfrm>
          <a:off x="1057476" y="2290717"/>
          <a:ext cx="94581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977900">
            <a:lnSpc>
              <a:spcPct val="100000"/>
            </a:lnSpc>
            <a:spcBef>
              <a:spcPct val="0"/>
            </a:spcBef>
            <a:spcAft>
              <a:spcPct val="35000"/>
            </a:spcAft>
            <a:buNone/>
          </a:pPr>
          <a:r>
            <a:rPr lang="en-US" sz="2200" kern="1200">
              <a:latin typeface="Verdana" panose="020B0604030504040204" pitchFamily="34" charset="0"/>
              <a:ea typeface="Verdana" panose="020B0604030504040204" pitchFamily="34" charset="0"/>
              <a:cs typeface="Verdana" panose="020B0604030504040204" pitchFamily="34" charset="0"/>
            </a:rPr>
            <a:t>Caffeine = adenosine receptor antagonist → reduces drowsiness, increases alertness</a:t>
          </a:r>
        </a:p>
      </dsp:txBody>
      <dsp:txXfrm>
        <a:off x="1057476" y="2290717"/>
        <a:ext cx="9458123" cy="915564"/>
      </dsp:txXfrm>
    </dsp:sp>
    <dsp:sp modelId="{0E6DA0D1-2DDE-43EA-9C20-547E963EE724}">
      <dsp:nvSpPr>
        <dsp:cNvPr id="0" name=""/>
        <dsp:cNvSpPr/>
      </dsp:nvSpPr>
      <dsp:spPr>
        <a:xfrm>
          <a:off x="0" y="3435173"/>
          <a:ext cx="10515600" cy="915564"/>
        </a:xfrm>
        <a:prstGeom prst="roundRect">
          <a:avLst>
            <a:gd name="adj" fmla="val 10000"/>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5B5A34-D9F1-428F-A1AF-D7AC56CC126F}">
      <dsp:nvSpPr>
        <dsp:cNvPr id="0" name=""/>
        <dsp:cNvSpPr/>
      </dsp:nvSpPr>
      <dsp:spPr>
        <a:xfrm>
          <a:off x="276958" y="3641175"/>
          <a:ext cx="503560" cy="5035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F1815C-AA92-4343-9513-24CEC267F7DA}">
      <dsp:nvSpPr>
        <dsp:cNvPr id="0" name=""/>
        <dsp:cNvSpPr/>
      </dsp:nvSpPr>
      <dsp:spPr>
        <a:xfrm>
          <a:off x="1057476" y="3435173"/>
          <a:ext cx="9458123" cy="915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97" tIns="96897" rIns="96897" bIns="96897" numCol="1" spcCol="1270" anchor="ctr" anchorCtr="0">
          <a:noAutofit/>
        </a:bodyPr>
        <a:lstStyle/>
        <a:p>
          <a:pPr marL="0" lvl="0" indent="0" algn="l" defTabSz="977900">
            <a:lnSpc>
              <a:spcPct val="100000"/>
            </a:lnSpc>
            <a:spcBef>
              <a:spcPct val="0"/>
            </a:spcBef>
            <a:spcAft>
              <a:spcPct val="35000"/>
            </a:spcAft>
            <a:buNone/>
          </a:pPr>
          <a:r>
            <a:rPr lang="en-US" sz="2200" kern="1200">
              <a:latin typeface="Verdana" panose="020B0604030504040204" pitchFamily="34" charset="0"/>
              <a:ea typeface="Verdana" panose="020B0604030504040204" pitchFamily="34" charset="0"/>
              <a:cs typeface="Verdana" panose="020B0604030504040204" pitchFamily="34" charset="0"/>
            </a:rPr>
            <a:t>Prior studies: mixed results on heart rate and reaction time</a:t>
          </a:r>
        </a:p>
      </dsp:txBody>
      <dsp:txXfrm>
        <a:off x="1057476" y="3435173"/>
        <a:ext cx="9458123" cy="9155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945A92-5773-4073-8BD9-BBA5AAAFD7BA}">
      <dsp:nvSpPr>
        <dsp:cNvPr id="0" name=""/>
        <dsp:cNvSpPr/>
      </dsp:nvSpPr>
      <dsp:spPr>
        <a:xfrm>
          <a:off x="3939" y="985739"/>
          <a:ext cx="1085273" cy="10852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DDB07F-9588-4FCE-96BB-B88FA1218214}">
      <dsp:nvSpPr>
        <dsp:cNvPr id="0" name=""/>
        <dsp:cNvSpPr/>
      </dsp:nvSpPr>
      <dsp:spPr>
        <a:xfrm>
          <a:off x="3939" y="2196479"/>
          <a:ext cx="3100781" cy="465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en-US" sz="2700" b="1" kern="1200">
              <a:latin typeface="Verdana" panose="020B0604030504040204" pitchFamily="34" charset="0"/>
              <a:ea typeface="Verdana" panose="020B0604030504040204" pitchFamily="34" charset="0"/>
              <a:cs typeface="Verdana" panose="020B0604030504040204" pitchFamily="34" charset="0"/>
            </a:rPr>
            <a:t>Heart Rate:</a:t>
          </a:r>
          <a:endParaRPr lang="en-US" sz="2700" kern="1200">
            <a:latin typeface="Verdana" panose="020B0604030504040204" pitchFamily="34" charset="0"/>
            <a:ea typeface="Verdana" panose="020B0604030504040204" pitchFamily="34" charset="0"/>
            <a:cs typeface="Verdana" panose="020B0604030504040204" pitchFamily="34" charset="0"/>
          </a:endParaRPr>
        </a:p>
      </dsp:txBody>
      <dsp:txXfrm>
        <a:off x="3939" y="2196479"/>
        <a:ext cx="3100781" cy="465117"/>
      </dsp:txXfrm>
    </dsp:sp>
    <dsp:sp modelId="{5E506B00-3790-4FE6-A81F-5C1BE4298144}">
      <dsp:nvSpPr>
        <dsp:cNvPr id="0" name=""/>
        <dsp:cNvSpPr/>
      </dsp:nvSpPr>
      <dsp:spPr>
        <a:xfrm>
          <a:off x="3939" y="2719953"/>
          <a:ext cx="3100781" cy="1183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100000"/>
            </a:lnSpc>
            <a:spcBef>
              <a:spcPct val="0"/>
            </a:spcBef>
            <a:spcAft>
              <a:spcPct val="35000"/>
            </a:spcAft>
            <a:buNone/>
          </a:pPr>
          <a:r>
            <a:rPr lang="en-US" sz="3200" kern="1200">
              <a:latin typeface="Verdana" panose="020B0604030504040204" pitchFamily="34" charset="0"/>
              <a:ea typeface="Verdana" panose="020B0604030504040204" pitchFamily="34" charset="0"/>
              <a:cs typeface="Verdana" panose="020B0604030504040204" pitchFamily="34" charset="0"/>
            </a:rPr>
            <a:t>𝐻</a:t>
          </a:r>
          <a:r>
            <a:rPr lang="en-US" sz="3200" kern="1200" baseline="-25000">
              <a:latin typeface="Verdana" panose="020B0604030504040204" pitchFamily="34" charset="0"/>
              <a:ea typeface="Verdana" panose="020B0604030504040204" pitchFamily="34" charset="0"/>
              <a:cs typeface="Verdana" panose="020B0604030504040204" pitchFamily="34" charset="0"/>
            </a:rPr>
            <a:t>0</a:t>
          </a:r>
          <a:r>
            <a:rPr lang="en-US" sz="3200" kern="1200">
              <a:latin typeface="Verdana" panose="020B0604030504040204" pitchFamily="34" charset="0"/>
              <a:ea typeface="Verdana" panose="020B0604030504040204" pitchFamily="34" charset="0"/>
              <a:cs typeface="Verdana" panose="020B0604030504040204" pitchFamily="34" charset="0"/>
            </a:rPr>
            <a:t>: 𝜇</a:t>
          </a:r>
          <a:r>
            <a:rPr lang="en-US" sz="3200" kern="1200" baseline="-25000">
              <a:latin typeface="Verdana" panose="020B0604030504040204" pitchFamily="34" charset="0"/>
              <a:ea typeface="Verdana" panose="020B0604030504040204" pitchFamily="34" charset="0"/>
              <a:cs typeface="Verdana" panose="020B0604030504040204" pitchFamily="34" charset="0"/>
            </a:rPr>
            <a:t>𝑤 </a:t>
          </a:r>
          <a:r>
            <a:rPr lang="en-US" sz="3200" kern="1200">
              <a:latin typeface="Verdana" panose="020B0604030504040204" pitchFamily="34" charset="0"/>
              <a:ea typeface="Verdana" panose="020B0604030504040204" pitchFamily="34" charset="0"/>
              <a:cs typeface="Verdana" panose="020B0604030504040204" pitchFamily="34" charset="0"/>
            </a:rPr>
            <a:t>= 𝜇</a:t>
          </a:r>
          <a:r>
            <a:rPr lang="en-US" sz="3200" kern="1200" baseline="-25000">
              <a:latin typeface="Verdana" panose="020B0604030504040204" pitchFamily="34" charset="0"/>
              <a:ea typeface="Verdana" panose="020B0604030504040204" pitchFamily="34" charset="0"/>
              <a:cs typeface="Verdana" panose="020B0604030504040204" pitchFamily="34" charset="0"/>
            </a:rPr>
            <a:t>𝑐𝑎𝑓𝑓</a:t>
          </a:r>
          <a:endParaRPr lang="en-US" sz="3200" kern="1200">
            <a:latin typeface="Verdana" panose="020B0604030504040204" pitchFamily="34" charset="0"/>
            <a:ea typeface="Verdana" panose="020B0604030504040204" pitchFamily="34" charset="0"/>
            <a:cs typeface="Verdana" panose="020B0604030504040204" pitchFamily="34" charset="0"/>
          </a:endParaRPr>
        </a:p>
        <a:p>
          <a:pPr marL="0" lvl="0" indent="0" algn="l" defTabSz="1422400">
            <a:lnSpc>
              <a:spcPct val="100000"/>
            </a:lnSpc>
            <a:spcBef>
              <a:spcPct val="0"/>
            </a:spcBef>
            <a:spcAft>
              <a:spcPct val="35000"/>
            </a:spcAft>
            <a:buNone/>
          </a:pPr>
          <a:r>
            <a:rPr lang="en-US" sz="3200" kern="1200">
              <a:latin typeface="Verdana" panose="020B0604030504040204" pitchFamily="34" charset="0"/>
              <a:ea typeface="Verdana" panose="020B0604030504040204" pitchFamily="34" charset="0"/>
              <a:cs typeface="Verdana" panose="020B0604030504040204" pitchFamily="34" charset="0"/>
            </a:rPr>
            <a:t>𝐻</a:t>
          </a:r>
          <a:r>
            <a:rPr lang="en-US" sz="3200" kern="1200" baseline="-25000">
              <a:latin typeface="Verdana" panose="020B0604030504040204" pitchFamily="34" charset="0"/>
              <a:ea typeface="Verdana" panose="020B0604030504040204" pitchFamily="34" charset="0"/>
              <a:cs typeface="Verdana" panose="020B0604030504040204" pitchFamily="34" charset="0"/>
            </a:rPr>
            <a:t>1</a:t>
          </a:r>
          <a:r>
            <a:rPr lang="en-US" sz="3200" kern="1200">
              <a:latin typeface="Verdana" panose="020B0604030504040204" pitchFamily="34" charset="0"/>
              <a:ea typeface="Verdana" panose="020B0604030504040204" pitchFamily="34" charset="0"/>
              <a:cs typeface="Verdana" panose="020B0604030504040204" pitchFamily="34" charset="0"/>
            </a:rPr>
            <a:t>: 𝜇</a:t>
          </a:r>
          <a:r>
            <a:rPr lang="en-US" sz="3200" kern="1200" baseline="-25000">
              <a:latin typeface="Verdana" panose="020B0604030504040204" pitchFamily="34" charset="0"/>
              <a:ea typeface="Verdana" panose="020B0604030504040204" pitchFamily="34" charset="0"/>
              <a:cs typeface="Verdana" panose="020B0604030504040204" pitchFamily="34" charset="0"/>
            </a:rPr>
            <a:t>𝑤 </a:t>
          </a:r>
          <a:r>
            <a:rPr lang="en-US" sz="3200" kern="1200">
              <a:latin typeface="Verdana" panose="020B0604030504040204" pitchFamily="34" charset="0"/>
              <a:ea typeface="Verdana" panose="020B0604030504040204" pitchFamily="34" charset="0"/>
              <a:cs typeface="Verdana" panose="020B0604030504040204" pitchFamily="34" charset="0"/>
            </a:rPr>
            <a:t>&lt; 𝜇</a:t>
          </a:r>
          <a:r>
            <a:rPr lang="en-US" sz="3200" kern="1200" baseline="-25000">
              <a:latin typeface="Verdana" panose="020B0604030504040204" pitchFamily="34" charset="0"/>
              <a:ea typeface="Verdana" panose="020B0604030504040204" pitchFamily="34" charset="0"/>
              <a:cs typeface="Verdana" panose="020B0604030504040204" pitchFamily="34" charset="0"/>
            </a:rPr>
            <a:t>𝑐𝑎𝑓𝑓</a:t>
          </a:r>
          <a:endParaRPr lang="en-US" sz="3200" kern="1200">
            <a:latin typeface="Verdana" panose="020B0604030504040204" pitchFamily="34" charset="0"/>
            <a:ea typeface="Verdana" panose="020B0604030504040204" pitchFamily="34" charset="0"/>
            <a:cs typeface="Verdana" panose="020B0604030504040204" pitchFamily="34" charset="0"/>
          </a:endParaRPr>
        </a:p>
      </dsp:txBody>
      <dsp:txXfrm>
        <a:off x="3939" y="2719953"/>
        <a:ext cx="3100781" cy="1183613"/>
      </dsp:txXfrm>
    </dsp:sp>
    <dsp:sp modelId="{4FFEC577-0F3B-41B5-8840-24B09222A01F}">
      <dsp:nvSpPr>
        <dsp:cNvPr id="0" name=""/>
        <dsp:cNvSpPr/>
      </dsp:nvSpPr>
      <dsp:spPr>
        <a:xfrm>
          <a:off x="3647357" y="985739"/>
          <a:ext cx="1085273" cy="108527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2733F7-9A9D-4D5E-BD2E-6AFAF72015B8}">
      <dsp:nvSpPr>
        <dsp:cNvPr id="0" name=""/>
        <dsp:cNvSpPr/>
      </dsp:nvSpPr>
      <dsp:spPr>
        <a:xfrm>
          <a:off x="3647357" y="2196479"/>
          <a:ext cx="3100781" cy="4651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00150">
            <a:lnSpc>
              <a:spcPct val="100000"/>
            </a:lnSpc>
            <a:spcBef>
              <a:spcPct val="0"/>
            </a:spcBef>
            <a:spcAft>
              <a:spcPct val="35000"/>
            </a:spcAft>
            <a:buNone/>
            <a:defRPr b="1"/>
          </a:pPr>
          <a:r>
            <a:rPr lang="en-US" sz="2700" b="1" kern="1200">
              <a:latin typeface="Verdana" panose="020B0604030504040204" pitchFamily="34" charset="0"/>
              <a:ea typeface="Verdana" panose="020B0604030504040204" pitchFamily="34" charset="0"/>
              <a:cs typeface="Verdana" panose="020B0604030504040204" pitchFamily="34" charset="0"/>
            </a:rPr>
            <a:t>Reaction Time: </a:t>
          </a:r>
          <a:endParaRPr lang="en-US" sz="2700" kern="1200">
            <a:latin typeface="Verdana" panose="020B0604030504040204" pitchFamily="34" charset="0"/>
            <a:ea typeface="Verdana" panose="020B0604030504040204" pitchFamily="34" charset="0"/>
            <a:cs typeface="Verdana" panose="020B0604030504040204" pitchFamily="34" charset="0"/>
          </a:endParaRPr>
        </a:p>
      </dsp:txBody>
      <dsp:txXfrm>
        <a:off x="3647357" y="2196479"/>
        <a:ext cx="3100781" cy="465117"/>
      </dsp:txXfrm>
    </dsp:sp>
    <dsp:sp modelId="{638D4B76-D635-4C9D-A64B-530CB2A11914}">
      <dsp:nvSpPr>
        <dsp:cNvPr id="0" name=""/>
        <dsp:cNvSpPr/>
      </dsp:nvSpPr>
      <dsp:spPr>
        <a:xfrm>
          <a:off x="3647357" y="2719953"/>
          <a:ext cx="3100781" cy="1183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100000"/>
            </a:lnSpc>
            <a:spcBef>
              <a:spcPct val="0"/>
            </a:spcBef>
            <a:spcAft>
              <a:spcPct val="35000"/>
            </a:spcAft>
            <a:buNone/>
          </a:pPr>
          <a:r>
            <a:rPr lang="en-US" sz="3200" kern="1200">
              <a:latin typeface="Verdana" panose="020B0604030504040204" pitchFamily="34" charset="0"/>
              <a:ea typeface="Verdana" panose="020B0604030504040204" pitchFamily="34" charset="0"/>
              <a:cs typeface="Verdana" panose="020B0604030504040204" pitchFamily="34" charset="0"/>
            </a:rPr>
            <a:t>𝐻</a:t>
          </a:r>
          <a:r>
            <a:rPr lang="en-US" sz="3200" kern="1200" baseline="-25000">
              <a:latin typeface="Verdana" panose="020B0604030504040204" pitchFamily="34" charset="0"/>
              <a:ea typeface="Verdana" panose="020B0604030504040204" pitchFamily="34" charset="0"/>
              <a:cs typeface="Verdana" panose="020B0604030504040204" pitchFamily="34" charset="0"/>
            </a:rPr>
            <a:t>0</a:t>
          </a:r>
          <a:r>
            <a:rPr lang="en-US" sz="3200" kern="1200">
              <a:latin typeface="Verdana" panose="020B0604030504040204" pitchFamily="34" charset="0"/>
              <a:ea typeface="Verdana" panose="020B0604030504040204" pitchFamily="34" charset="0"/>
              <a:cs typeface="Verdana" panose="020B0604030504040204" pitchFamily="34" charset="0"/>
            </a:rPr>
            <a:t>: 𝜇</a:t>
          </a:r>
          <a:r>
            <a:rPr lang="en-US" sz="3200" kern="1200" baseline="-25000">
              <a:latin typeface="Verdana" panose="020B0604030504040204" pitchFamily="34" charset="0"/>
              <a:ea typeface="Verdana" panose="020B0604030504040204" pitchFamily="34" charset="0"/>
              <a:cs typeface="Verdana" panose="020B0604030504040204" pitchFamily="34" charset="0"/>
            </a:rPr>
            <a:t>𝑤 </a:t>
          </a:r>
          <a:r>
            <a:rPr lang="en-US" sz="3200" kern="1200">
              <a:latin typeface="Verdana" panose="020B0604030504040204" pitchFamily="34" charset="0"/>
              <a:ea typeface="Verdana" panose="020B0604030504040204" pitchFamily="34" charset="0"/>
              <a:cs typeface="Verdana" panose="020B0604030504040204" pitchFamily="34" charset="0"/>
            </a:rPr>
            <a:t>= 𝜇</a:t>
          </a:r>
          <a:r>
            <a:rPr lang="en-US" sz="3200" kern="1200" baseline="-25000">
              <a:latin typeface="Verdana" panose="020B0604030504040204" pitchFamily="34" charset="0"/>
              <a:ea typeface="Verdana" panose="020B0604030504040204" pitchFamily="34" charset="0"/>
              <a:cs typeface="Verdana" panose="020B0604030504040204" pitchFamily="34" charset="0"/>
            </a:rPr>
            <a:t>𝑐𝑎𝑓𝑓</a:t>
          </a:r>
          <a:endParaRPr lang="en-US" sz="3200" kern="1200">
            <a:latin typeface="Verdana" panose="020B0604030504040204" pitchFamily="34" charset="0"/>
            <a:ea typeface="Verdana" panose="020B0604030504040204" pitchFamily="34" charset="0"/>
            <a:cs typeface="Verdana" panose="020B0604030504040204" pitchFamily="34" charset="0"/>
          </a:endParaRPr>
        </a:p>
        <a:p>
          <a:pPr marL="0" lvl="0" indent="0" algn="l" defTabSz="1422400">
            <a:lnSpc>
              <a:spcPct val="100000"/>
            </a:lnSpc>
            <a:spcBef>
              <a:spcPct val="0"/>
            </a:spcBef>
            <a:spcAft>
              <a:spcPct val="35000"/>
            </a:spcAft>
            <a:buNone/>
          </a:pPr>
          <a:r>
            <a:rPr lang="en-US" sz="3200" kern="1200">
              <a:latin typeface="Verdana" panose="020B0604030504040204" pitchFamily="34" charset="0"/>
              <a:ea typeface="Verdana" panose="020B0604030504040204" pitchFamily="34" charset="0"/>
              <a:cs typeface="Verdana" panose="020B0604030504040204" pitchFamily="34" charset="0"/>
            </a:rPr>
            <a:t>𝐻</a:t>
          </a:r>
          <a:r>
            <a:rPr lang="en-US" sz="3200" kern="1200" baseline="-25000">
              <a:latin typeface="Verdana" panose="020B0604030504040204" pitchFamily="34" charset="0"/>
              <a:ea typeface="Verdana" panose="020B0604030504040204" pitchFamily="34" charset="0"/>
              <a:cs typeface="Verdana" panose="020B0604030504040204" pitchFamily="34" charset="0"/>
            </a:rPr>
            <a:t>1</a:t>
          </a:r>
          <a:r>
            <a:rPr lang="en-US" sz="3200" kern="1200">
              <a:latin typeface="Verdana" panose="020B0604030504040204" pitchFamily="34" charset="0"/>
              <a:ea typeface="Verdana" panose="020B0604030504040204" pitchFamily="34" charset="0"/>
              <a:cs typeface="Verdana" panose="020B0604030504040204" pitchFamily="34" charset="0"/>
            </a:rPr>
            <a:t>: 𝜇</a:t>
          </a:r>
          <a:r>
            <a:rPr lang="en-US" sz="3200" kern="1200" baseline="-25000">
              <a:latin typeface="Verdana" panose="020B0604030504040204" pitchFamily="34" charset="0"/>
              <a:ea typeface="Verdana" panose="020B0604030504040204" pitchFamily="34" charset="0"/>
              <a:cs typeface="Verdana" panose="020B0604030504040204" pitchFamily="34" charset="0"/>
            </a:rPr>
            <a:t>𝑤 </a:t>
          </a:r>
          <a:r>
            <a:rPr lang="en-US" sz="3200" kern="1200">
              <a:latin typeface="Verdana" panose="020B0604030504040204" pitchFamily="34" charset="0"/>
              <a:ea typeface="Verdana" panose="020B0604030504040204" pitchFamily="34" charset="0"/>
              <a:cs typeface="Verdana" panose="020B0604030504040204" pitchFamily="34" charset="0"/>
            </a:rPr>
            <a:t>&gt; 𝜇</a:t>
          </a:r>
          <a:r>
            <a:rPr lang="en-US" sz="3200" kern="1200" baseline="-25000">
              <a:latin typeface="Verdana" panose="020B0604030504040204" pitchFamily="34" charset="0"/>
              <a:ea typeface="Verdana" panose="020B0604030504040204" pitchFamily="34" charset="0"/>
              <a:cs typeface="Verdana" panose="020B0604030504040204" pitchFamily="34" charset="0"/>
            </a:rPr>
            <a:t>𝑐𝑎𝑓𝑓</a:t>
          </a:r>
          <a:endParaRPr lang="en-US" sz="3200" kern="1200">
            <a:latin typeface="Verdana" panose="020B0604030504040204" pitchFamily="34" charset="0"/>
            <a:ea typeface="Verdana" panose="020B0604030504040204" pitchFamily="34" charset="0"/>
            <a:cs typeface="Verdana" panose="020B0604030504040204" pitchFamily="34" charset="0"/>
          </a:endParaRPr>
        </a:p>
      </dsp:txBody>
      <dsp:txXfrm>
        <a:off x="3647357" y="2719953"/>
        <a:ext cx="3100781" cy="11836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10C41B-8A94-4454-8699-3635DEA14445}">
      <dsp:nvSpPr>
        <dsp:cNvPr id="0" name=""/>
        <dsp:cNvSpPr/>
      </dsp:nvSpPr>
      <dsp:spPr>
        <a:xfrm>
          <a:off x="0" y="24942"/>
          <a:ext cx="10515600" cy="12289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4F4B91-880C-4211-B194-68215069AA04}">
      <dsp:nvSpPr>
        <dsp:cNvPr id="0" name=""/>
        <dsp:cNvSpPr/>
      </dsp:nvSpPr>
      <dsp:spPr>
        <a:xfrm>
          <a:off x="371768" y="301464"/>
          <a:ext cx="675942" cy="6759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9050" cap="flat" cmpd="sng" algn="ctr">
          <a:solidFill>
            <a:schemeClr val="lt2">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3364ED-35C7-431A-BBC6-9A31E38BE980}">
      <dsp:nvSpPr>
        <dsp:cNvPr id="0" name=""/>
        <dsp:cNvSpPr/>
      </dsp:nvSpPr>
      <dsp:spPr>
        <a:xfrm>
          <a:off x="1419479" y="24942"/>
          <a:ext cx="4732020" cy="1228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68" tIns="130068" rIns="130068" bIns="130068" numCol="1" spcCol="1270" anchor="ctr" anchorCtr="0">
          <a:noAutofit/>
        </a:bodyPr>
        <a:lstStyle/>
        <a:p>
          <a:pPr marL="0" lvl="0" indent="0" algn="l" defTabSz="1111250">
            <a:lnSpc>
              <a:spcPct val="100000"/>
            </a:lnSpc>
            <a:spcBef>
              <a:spcPct val="0"/>
            </a:spcBef>
            <a:spcAft>
              <a:spcPct val="35000"/>
            </a:spcAft>
            <a:buNone/>
          </a:pPr>
          <a:r>
            <a:rPr lang="en-US" sz="2500" kern="1200">
              <a:latin typeface="Verdana" panose="020B0604030504040204" pitchFamily="34" charset="0"/>
              <a:ea typeface="Verdana" panose="020B0604030504040204" pitchFamily="34" charset="0"/>
              <a:cs typeface="Verdana" panose="020B0604030504040204" pitchFamily="34" charset="0"/>
            </a:rPr>
            <a:t>Different caffeinated beverages:</a:t>
          </a:r>
        </a:p>
      </dsp:txBody>
      <dsp:txXfrm>
        <a:off x="1419479" y="24942"/>
        <a:ext cx="4732020" cy="1228986"/>
      </dsp:txXfrm>
    </dsp:sp>
    <dsp:sp modelId="{BD76A079-7E49-45F1-B7F7-46C9ECAB73CC}">
      <dsp:nvSpPr>
        <dsp:cNvPr id="0" name=""/>
        <dsp:cNvSpPr/>
      </dsp:nvSpPr>
      <dsp:spPr>
        <a:xfrm>
          <a:off x="5463761" y="4006"/>
          <a:ext cx="4150946" cy="1270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68" tIns="130068" rIns="130068" bIns="130068" numCol="1" spcCol="1270" anchor="ctr" anchorCtr="0">
          <a:noAutofit/>
        </a:bodyPr>
        <a:lstStyle/>
        <a:p>
          <a:pPr marL="0" lvl="0" indent="0" algn="l" defTabSz="622300">
            <a:lnSpc>
              <a:spcPct val="100000"/>
            </a:lnSpc>
            <a:spcBef>
              <a:spcPct val="0"/>
            </a:spcBef>
            <a:spcAft>
              <a:spcPct val="35000"/>
            </a:spcAft>
            <a:buNone/>
          </a:pPr>
          <a:r>
            <a:rPr lang="en-US" sz="1400" kern="1200">
              <a:latin typeface="Verdana" panose="020B0604030504040204" pitchFamily="34" charset="0"/>
              <a:ea typeface="Verdana" panose="020B0604030504040204" pitchFamily="34" charset="0"/>
              <a:cs typeface="Verdana" panose="020B0604030504040204" pitchFamily="34" charset="0"/>
            </a:rPr>
            <a:t>8.4 oz. Red Bull (80 mg)</a:t>
          </a:r>
        </a:p>
        <a:p>
          <a:pPr marL="0" lvl="0" indent="0" algn="l" defTabSz="622300">
            <a:lnSpc>
              <a:spcPct val="100000"/>
            </a:lnSpc>
            <a:spcBef>
              <a:spcPct val="0"/>
            </a:spcBef>
            <a:spcAft>
              <a:spcPct val="35000"/>
            </a:spcAft>
            <a:buNone/>
          </a:pPr>
          <a:r>
            <a:rPr lang="en-US" sz="1400" kern="1200">
              <a:latin typeface="Verdana" panose="020B0604030504040204" pitchFamily="34" charset="0"/>
              <a:ea typeface="Verdana" panose="020B0604030504040204" pitchFamily="34" charset="0"/>
              <a:cs typeface="Verdana" panose="020B0604030504040204" pitchFamily="34" charset="0"/>
            </a:rPr>
            <a:t>16 oz. Monster (160 mg)</a:t>
          </a:r>
        </a:p>
        <a:p>
          <a:pPr marL="0" lvl="0" indent="0" algn="l" defTabSz="622300">
            <a:lnSpc>
              <a:spcPct val="100000"/>
            </a:lnSpc>
            <a:spcBef>
              <a:spcPct val="0"/>
            </a:spcBef>
            <a:spcAft>
              <a:spcPct val="35000"/>
            </a:spcAft>
            <a:buNone/>
          </a:pPr>
          <a:r>
            <a:rPr lang="en-US" sz="1400" kern="1200">
              <a:latin typeface="Verdana" panose="020B0604030504040204" pitchFamily="34" charset="0"/>
              <a:ea typeface="Verdana" panose="020B0604030504040204" pitchFamily="34" charset="0"/>
              <a:cs typeface="Verdana" panose="020B0604030504040204" pitchFamily="34" charset="0"/>
            </a:rPr>
            <a:t>12 oz. Celsius (200 mg)</a:t>
          </a:r>
        </a:p>
        <a:p>
          <a:pPr marL="0" lvl="0" indent="0" algn="l" defTabSz="622300">
            <a:lnSpc>
              <a:spcPct val="100000"/>
            </a:lnSpc>
            <a:spcBef>
              <a:spcPct val="0"/>
            </a:spcBef>
            <a:spcAft>
              <a:spcPct val="35000"/>
            </a:spcAft>
            <a:buNone/>
          </a:pPr>
          <a:r>
            <a:rPr lang="en-US" sz="1400" kern="1200">
              <a:latin typeface="Verdana" panose="020B0604030504040204" pitchFamily="34" charset="0"/>
              <a:ea typeface="Verdana" panose="020B0604030504040204" pitchFamily="34" charset="0"/>
              <a:cs typeface="Verdana" panose="020B0604030504040204" pitchFamily="34" charset="0"/>
            </a:rPr>
            <a:t>16 oz. Reign (300 mg)</a:t>
          </a:r>
        </a:p>
      </dsp:txBody>
      <dsp:txXfrm>
        <a:off x="5463761" y="4006"/>
        <a:ext cx="4150946" cy="1270858"/>
      </dsp:txXfrm>
    </dsp:sp>
    <dsp:sp modelId="{486C79A0-2F58-4A0F-ACBF-89AB49B5213C}">
      <dsp:nvSpPr>
        <dsp:cNvPr id="0" name=""/>
        <dsp:cNvSpPr/>
      </dsp:nvSpPr>
      <dsp:spPr>
        <a:xfrm>
          <a:off x="0" y="1582111"/>
          <a:ext cx="10515600" cy="12289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E9E605-F530-44CD-A193-FA6984CDEFF8}">
      <dsp:nvSpPr>
        <dsp:cNvPr id="0" name=""/>
        <dsp:cNvSpPr/>
      </dsp:nvSpPr>
      <dsp:spPr>
        <a:xfrm>
          <a:off x="371768" y="1858633"/>
          <a:ext cx="675942" cy="6759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9050" cap="flat" cmpd="sng" algn="ctr">
          <a:solidFill>
            <a:schemeClr val="lt2">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FF6548-730A-438B-9CCC-579E2C5765B2}">
      <dsp:nvSpPr>
        <dsp:cNvPr id="0" name=""/>
        <dsp:cNvSpPr/>
      </dsp:nvSpPr>
      <dsp:spPr>
        <a:xfrm>
          <a:off x="1419479" y="1582111"/>
          <a:ext cx="9094733" cy="1228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68" tIns="130068" rIns="130068" bIns="130068" numCol="1" spcCol="1270" anchor="ctr" anchorCtr="0">
          <a:noAutofit/>
        </a:bodyPr>
        <a:lstStyle/>
        <a:p>
          <a:pPr marL="0" lvl="0" indent="0" algn="l" defTabSz="1111250">
            <a:lnSpc>
              <a:spcPct val="100000"/>
            </a:lnSpc>
            <a:spcBef>
              <a:spcPct val="0"/>
            </a:spcBef>
            <a:spcAft>
              <a:spcPct val="35000"/>
            </a:spcAft>
            <a:buNone/>
          </a:pPr>
          <a:r>
            <a:rPr lang="en-US" sz="2500" kern="1200">
              <a:latin typeface="Verdana" panose="020B0604030504040204" pitchFamily="34" charset="0"/>
              <a:ea typeface="Verdana" panose="020B0604030504040204" pitchFamily="34" charset="0"/>
              <a:cs typeface="Verdana" panose="020B0604030504040204" pitchFamily="34" charset="0"/>
            </a:rPr>
            <a:t>Watch that measures HR</a:t>
          </a:r>
        </a:p>
      </dsp:txBody>
      <dsp:txXfrm>
        <a:off x="1419479" y="1582111"/>
        <a:ext cx="9094733" cy="1228986"/>
      </dsp:txXfrm>
    </dsp:sp>
    <dsp:sp modelId="{B6478640-D70D-4B89-B0E7-A692C2009683}">
      <dsp:nvSpPr>
        <dsp:cNvPr id="0" name=""/>
        <dsp:cNvSpPr/>
      </dsp:nvSpPr>
      <dsp:spPr>
        <a:xfrm>
          <a:off x="0" y="3118344"/>
          <a:ext cx="10515600" cy="122898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E29F52-0E25-4214-B399-F89F91548680}">
      <dsp:nvSpPr>
        <dsp:cNvPr id="0" name=""/>
        <dsp:cNvSpPr/>
      </dsp:nvSpPr>
      <dsp:spPr>
        <a:xfrm>
          <a:off x="371768" y="3394866"/>
          <a:ext cx="675942" cy="6759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9050" cap="flat" cmpd="sng" algn="ctr">
          <a:solidFill>
            <a:schemeClr val="lt2">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79331B-2237-4B42-B4BD-954C4978E557}">
      <dsp:nvSpPr>
        <dsp:cNvPr id="0" name=""/>
        <dsp:cNvSpPr/>
      </dsp:nvSpPr>
      <dsp:spPr>
        <a:xfrm>
          <a:off x="1419479" y="3118344"/>
          <a:ext cx="9094733" cy="12289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068" tIns="130068" rIns="130068" bIns="130068" numCol="1" spcCol="1270" anchor="ctr" anchorCtr="0">
          <a:noAutofit/>
        </a:bodyPr>
        <a:lstStyle/>
        <a:p>
          <a:pPr marL="0" lvl="0" indent="0" algn="l" defTabSz="1111250">
            <a:lnSpc>
              <a:spcPct val="100000"/>
            </a:lnSpc>
            <a:spcBef>
              <a:spcPct val="0"/>
            </a:spcBef>
            <a:spcAft>
              <a:spcPct val="35000"/>
            </a:spcAft>
            <a:buNone/>
          </a:pPr>
          <a:r>
            <a:rPr lang="en-US" sz="2500" kern="1200">
              <a:latin typeface="Verdana" panose="020B0604030504040204" pitchFamily="34" charset="0"/>
              <a:ea typeface="Verdana" panose="020B0604030504040204" pitchFamily="34" charset="0"/>
              <a:cs typeface="Verdana" panose="020B0604030504040204" pitchFamily="34" charset="0"/>
            </a:rPr>
            <a:t>Laptop for the Reaction Test: </a:t>
          </a:r>
          <a:r>
            <a:rPr lang="en-US" sz="2500" u="sng" kern="1200">
              <a:latin typeface="Verdana" panose="020B0604030504040204" pitchFamily="34" charset="0"/>
              <a:ea typeface="Verdana" panose="020B0604030504040204" pitchFamily="34" charset="0"/>
              <a:cs typeface="Verdana" panose="020B0604030504040204" pitchFamily="34" charset="0"/>
              <a:hlinkClick xmlns:r="http://schemas.openxmlformats.org/officeDocument/2006/relationships" r:id="rId4"/>
            </a:rPr>
            <a:t>Human Benchmark - Reaction Time Test</a:t>
          </a:r>
          <a:endParaRPr lang="en-US" sz="2500" kern="1200">
            <a:latin typeface="Verdana" panose="020B0604030504040204" pitchFamily="34" charset="0"/>
            <a:ea typeface="Verdana" panose="020B0604030504040204" pitchFamily="34" charset="0"/>
            <a:cs typeface="Verdana" panose="020B0604030504040204" pitchFamily="34" charset="0"/>
          </a:endParaRPr>
        </a:p>
      </dsp:txBody>
      <dsp:txXfrm>
        <a:off x="1419479" y="3118344"/>
        <a:ext cx="9094733" cy="12289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DA5B9-EC02-4CE6-9814-851A2AD0A649}">
      <dsp:nvSpPr>
        <dsp:cNvPr id="0" name=""/>
        <dsp:cNvSpPr/>
      </dsp:nvSpPr>
      <dsp:spPr>
        <a:xfrm>
          <a:off x="668840" y="504011"/>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DDF763-1E76-496C-B2C9-A03951347D29}">
      <dsp:nvSpPr>
        <dsp:cNvPr id="0" name=""/>
        <dsp:cNvSpPr/>
      </dsp:nvSpPr>
      <dsp:spPr>
        <a:xfrm>
          <a:off x="902840" y="73801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775E73-E26F-4EF9-AB81-10D6D1AA8D50}">
      <dsp:nvSpPr>
        <dsp:cNvPr id="0" name=""/>
        <dsp:cNvSpPr/>
      </dsp:nvSpPr>
      <dsp:spPr>
        <a:xfrm>
          <a:off x="317840" y="1944011"/>
          <a:ext cx="1800000"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i="0" kern="1200" baseline="0">
              <a:latin typeface="Verdana" panose="020B0604030504040204" pitchFamily="34" charset="0"/>
              <a:ea typeface="Verdana" panose="020B0604030504040204" pitchFamily="34" charset="0"/>
              <a:cs typeface="Verdana" panose="020B0604030504040204" pitchFamily="34" charset="0"/>
            </a:rPr>
            <a:t>Baseline:</a:t>
          </a:r>
          <a:r>
            <a:rPr lang="en-US" sz="1600" b="0" i="0" kern="1200" baseline="0">
              <a:latin typeface="Verdana" panose="020B0604030504040204" pitchFamily="34" charset="0"/>
              <a:ea typeface="Verdana" panose="020B0604030504040204" pitchFamily="34" charset="0"/>
              <a:cs typeface="Verdana" panose="020B0604030504040204" pitchFamily="34" charset="0"/>
            </a:rPr>
            <a:t> 5 heart rate readings (1/min), 5 reaction time tests </a:t>
          </a:r>
          <a:endParaRPr lang="en-US" sz="1600" kern="1200">
            <a:latin typeface="Verdana" panose="020B0604030504040204" pitchFamily="34" charset="0"/>
            <a:ea typeface="Verdana" panose="020B0604030504040204" pitchFamily="34" charset="0"/>
            <a:cs typeface="Verdana" panose="020B0604030504040204" pitchFamily="34" charset="0"/>
          </a:endParaRPr>
        </a:p>
      </dsp:txBody>
      <dsp:txXfrm>
        <a:off x="317840" y="1944011"/>
        <a:ext cx="1800000" cy="1485000"/>
      </dsp:txXfrm>
    </dsp:sp>
    <dsp:sp modelId="{922C50F8-8450-4765-89A9-691B1D888010}">
      <dsp:nvSpPr>
        <dsp:cNvPr id="0" name=""/>
        <dsp:cNvSpPr/>
      </dsp:nvSpPr>
      <dsp:spPr>
        <a:xfrm>
          <a:off x="2783840" y="504011"/>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096F58-8DE3-4DFB-B0D7-48E75CA7A7C4}">
      <dsp:nvSpPr>
        <dsp:cNvPr id="0" name=""/>
        <dsp:cNvSpPr/>
      </dsp:nvSpPr>
      <dsp:spPr>
        <a:xfrm>
          <a:off x="3017840" y="73801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B05898-410C-47BC-B6E4-5E3549F3BA57}">
      <dsp:nvSpPr>
        <dsp:cNvPr id="0" name=""/>
        <dsp:cNvSpPr/>
      </dsp:nvSpPr>
      <dsp:spPr>
        <a:xfrm>
          <a:off x="2432840" y="1944011"/>
          <a:ext cx="1800000"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i="0" kern="1200" baseline="0">
              <a:latin typeface="Verdana" panose="020B0604030504040204" pitchFamily="34" charset="0"/>
              <a:ea typeface="Verdana" panose="020B0604030504040204" pitchFamily="34" charset="0"/>
              <a:cs typeface="Verdana" panose="020B0604030504040204" pitchFamily="34" charset="0"/>
            </a:rPr>
            <a:t>After drink:</a:t>
          </a:r>
          <a:r>
            <a:rPr lang="en-US" sz="1600" b="0" i="0" kern="1200" baseline="0">
              <a:latin typeface="Verdana" panose="020B0604030504040204" pitchFamily="34" charset="0"/>
              <a:ea typeface="Verdana" panose="020B0604030504040204" pitchFamily="34" charset="0"/>
              <a:cs typeface="Verdana" panose="020B0604030504040204" pitchFamily="34" charset="0"/>
            </a:rPr>
            <a:t> Wait 30 min → repeat measurements </a:t>
          </a:r>
          <a:endParaRPr lang="en-US" sz="1600" kern="1200">
            <a:latin typeface="Verdana" panose="020B0604030504040204" pitchFamily="34" charset="0"/>
            <a:ea typeface="Verdana" panose="020B0604030504040204" pitchFamily="34" charset="0"/>
            <a:cs typeface="Verdana" panose="020B0604030504040204" pitchFamily="34" charset="0"/>
          </a:endParaRPr>
        </a:p>
      </dsp:txBody>
      <dsp:txXfrm>
        <a:off x="2432840" y="1944011"/>
        <a:ext cx="1800000" cy="1485000"/>
      </dsp:txXfrm>
    </dsp:sp>
    <dsp:sp modelId="{5DFB5B3A-BA4D-49B3-87A6-302232ED2816}">
      <dsp:nvSpPr>
        <dsp:cNvPr id="0" name=""/>
        <dsp:cNvSpPr/>
      </dsp:nvSpPr>
      <dsp:spPr>
        <a:xfrm>
          <a:off x="4898841" y="504011"/>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EA7014-B58B-4CF5-9927-222E3EF7FAD6}">
      <dsp:nvSpPr>
        <dsp:cNvPr id="0" name=""/>
        <dsp:cNvSpPr/>
      </dsp:nvSpPr>
      <dsp:spPr>
        <a:xfrm>
          <a:off x="5132841" y="73801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1B0C08-DAF0-44AA-A72B-7B076BFFAA01}">
      <dsp:nvSpPr>
        <dsp:cNvPr id="0" name=""/>
        <dsp:cNvSpPr/>
      </dsp:nvSpPr>
      <dsp:spPr>
        <a:xfrm>
          <a:off x="4547841" y="1944011"/>
          <a:ext cx="1800000"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i="0" kern="1200" baseline="0">
              <a:latin typeface="Verdana" panose="020B0604030504040204" pitchFamily="34" charset="0"/>
              <a:ea typeface="Verdana" panose="020B0604030504040204" pitchFamily="34" charset="0"/>
              <a:cs typeface="Verdana" panose="020B0604030504040204" pitchFamily="34" charset="0"/>
            </a:rPr>
            <a:t>Independent variable:</a:t>
          </a:r>
          <a:r>
            <a:rPr lang="en-US" sz="1600" b="0" i="0" kern="1200" baseline="0">
              <a:latin typeface="Verdana" panose="020B0604030504040204" pitchFamily="34" charset="0"/>
              <a:ea typeface="Verdana" panose="020B0604030504040204" pitchFamily="34" charset="0"/>
              <a:cs typeface="Verdana" panose="020B0604030504040204" pitchFamily="34" charset="0"/>
            </a:rPr>
            <a:t> caffeine amount (80 mg, 160 mg, 200 mg, 300 mg) </a:t>
          </a:r>
          <a:endParaRPr lang="en-US" sz="1600" kern="1200">
            <a:latin typeface="Verdana" panose="020B0604030504040204" pitchFamily="34" charset="0"/>
            <a:ea typeface="Verdana" panose="020B0604030504040204" pitchFamily="34" charset="0"/>
            <a:cs typeface="Verdana" panose="020B0604030504040204" pitchFamily="34" charset="0"/>
          </a:endParaRPr>
        </a:p>
      </dsp:txBody>
      <dsp:txXfrm>
        <a:off x="4547841" y="1944011"/>
        <a:ext cx="1800000" cy="1485000"/>
      </dsp:txXfrm>
    </dsp:sp>
    <dsp:sp modelId="{4FB9992E-62F3-4CA2-B3B5-FAD31F0719E9}">
      <dsp:nvSpPr>
        <dsp:cNvPr id="0" name=""/>
        <dsp:cNvSpPr/>
      </dsp:nvSpPr>
      <dsp:spPr>
        <a:xfrm>
          <a:off x="7013841" y="504011"/>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2946F8-2DA9-4300-A9C7-6D691132E0A9}">
      <dsp:nvSpPr>
        <dsp:cNvPr id="0" name=""/>
        <dsp:cNvSpPr/>
      </dsp:nvSpPr>
      <dsp:spPr>
        <a:xfrm>
          <a:off x="7247841" y="73801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D6AD1-5596-411B-9A3C-DC728C69726D}">
      <dsp:nvSpPr>
        <dsp:cNvPr id="0" name=""/>
        <dsp:cNvSpPr/>
      </dsp:nvSpPr>
      <dsp:spPr>
        <a:xfrm>
          <a:off x="6662841" y="1944011"/>
          <a:ext cx="1800000"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i="0" kern="1200" baseline="0">
              <a:latin typeface="Verdana" panose="020B0604030504040204" pitchFamily="34" charset="0"/>
              <a:ea typeface="Verdana" panose="020B0604030504040204" pitchFamily="34" charset="0"/>
              <a:cs typeface="Verdana" panose="020B0604030504040204" pitchFamily="34" charset="0"/>
            </a:rPr>
            <a:t>Dependent variables:</a:t>
          </a:r>
          <a:r>
            <a:rPr lang="en-US" sz="1600" b="0" i="0" kern="1200" baseline="0">
              <a:latin typeface="Verdana" panose="020B0604030504040204" pitchFamily="34" charset="0"/>
              <a:ea typeface="Verdana" panose="020B0604030504040204" pitchFamily="34" charset="0"/>
              <a:cs typeface="Verdana" panose="020B0604030504040204" pitchFamily="34" charset="0"/>
            </a:rPr>
            <a:t> heart rate (bpm), reaction time (ms) </a:t>
          </a:r>
          <a:endParaRPr lang="en-US" sz="1600" kern="1200">
            <a:latin typeface="Verdana" panose="020B0604030504040204" pitchFamily="34" charset="0"/>
            <a:ea typeface="Verdana" panose="020B0604030504040204" pitchFamily="34" charset="0"/>
            <a:cs typeface="Verdana" panose="020B0604030504040204" pitchFamily="34" charset="0"/>
          </a:endParaRPr>
        </a:p>
      </dsp:txBody>
      <dsp:txXfrm>
        <a:off x="6662841" y="1944011"/>
        <a:ext cx="1800000" cy="1485000"/>
      </dsp:txXfrm>
    </dsp:sp>
    <dsp:sp modelId="{7CEBD66C-4481-4588-8F48-ADB8585361C7}">
      <dsp:nvSpPr>
        <dsp:cNvPr id="0" name=""/>
        <dsp:cNvSpPr/>
      </dsp:nvSpPr>
      <dsp:spPr>
        <a:xfrm>
          <a:off x="9128841" y="504011"/>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094684-9A11-4F63-97B2-854173F0DB5F}">
      <dsp:nvSpPr>
        <dsp:cNvPr id="0" name=""/>
        <dsp:cNvSpPr/>
      </dsp:nvSpPr>
      <dsp:spPr>
        <a:xfrm>
          <a:off x="9362841" y="738011"/>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6C3FC1-7BBF-4074-A848-36653AA8D035}">
      <dsp:nvSpPr>
        <dsp:cNvPr id="0" name=""/>
        <dsp:cNvSpPr/>
      </dsp:nvSpPr>
      <dsp:spPr>
        <a:xfrm>
          <a:off x="8777841" y="1944011"/>
          <a:ext cx="1800000"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i="0" kern="1200" baseline="0">
              <a:latin typeface="Verdana" panose="020B0604030504040204" pitchFamily="34" charset="0"/>
              <a:ea typeface="Verdana" panose="020B0604030504040204" pitchFamily="34" charset="0"/>
              <a:cs typeface="Verdana" panose="020B0604030504040204" pitchFamily="34" charset="0"/>
            </a:rPr>
            <a:t>Control:</a:t>
          </a:r>
          <a:r>
            <a:rPr lang="en-US" sz="1600" b="0" i="0" kern="1200" baseline="0">
              <a:latin typeface="Verdana" panose="020B0604030504040204" pitchFamily="34" charset="0"/>
              <a:ea typeface="Verdana" panose="020B0604030504040204" pitchFamily="34" charset="0"/>
              <a:cs typeface="Verdana" panose="020B0604030504040204" pitchFamily="34" charset="0"/>
            </a:rPr>
            <a:t> water (0 mg caffeine) </a:t>
          </a:r>
          <a:endParaRPr lang="en-US" sz="1600" kern="1200">
            <a:latin typeface="Verdana" panose="020B0604030504040204" pitchFamily="34" charset="0"/>
            <a:ea typeface="Verdana" panose="020B0604030504040204" pitchFamily="34" charset="0"/>
            <a:cs typeface="Verdana" panose="020B0604030504040204" pitchFamily="34" charset="0"/>
          </a:endParaRPr>
        </a:p>
      </dsp:txBody>
      <dsp:txXfrm>
        <a:off x="8777841" y="1944011"/>
        <a:ext cx="1800000" cy="1485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08AC9-55DB-4499-8EBC-766B433439D4}" type="datetimeFigureOut">
              <a:rPr lang="en-US" smtClean="0"/>
              <a:t>10/27/26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6FB1C-DC19-429E-9B60-BB7C8A6C6165}" type="slidenum">
              <a:rPr lang="en-US" smtClean="0"/>
              <a:t>‹#›</a:t>
            </a:fld>
            <a:endParaRPr lang="en-US"/>
          </a:p>
        </p:txBody>
      </p:sp>
    </p:spTree>
    <p:extLst>
      <p:ext uri="{BB962C8B-B14F-4D97-AF65-F5344CB8AC3E}">
        <p14:creationId xmlns:p14="http://schemas.microsoft.com/office/powerpoint/2010/main" val="243831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Madeline introduces</a:t>
            </a:r>
          </a:p>
          <a:p>
            <a:r>
              <a:rPr lang="en-US"/>
              <a:t>Notes: don’t say “as you see”</a:t>
            </a:r>
          </a:p>
          <a:p>
            <a:r>
              <a:rPr lang="en-US"/>
              <a:t>Use “sans serif” font consistently</a:t>
            </a:r>
          </a:p>
        </p:txBody>
      </p:sp>
      <p:sp>
        <p:nvSpPr>
          <p:cNvPr id="4" name="Slide Number Placeholder 3"/>
          <p:cNvSpPr>
            <a:spLocks noGrp="1"/>
          </p:cNvSpPr>
          <p:nvPr>
            <p:ph type="sldNum" sz="quarter" idx="5"/>
          </p:nvPr>
        </p:nvSpPr>
        <p:spPr/>
        <p:txBody>
          <a:bodyPr/>
          <a:lstStyle/>
          <a:p>
            <a:fld id="{A5B6FB1C-DC19-429E-9B60-BB7C8A6C6165}" type="slidenum">
              <a:rPr lang="en-US" smtClean="0"/>
              <a:t>1</a:t>
            </a:fld>
            <a:endParaRPr lang="en-US"/>
          </a:p>
        </p:txBody>
      </p:sp>
    </p:spTree>
    <p:extLst>
      <p:ext uri="{BB962C8B-B14F-4D97-AF65-F5344CB8AC3E}">
        <p14:creationId xmlns:p14="http://schemas.microsoft.com/office/powerpoint/2010/main" val="1159516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MH 40s</a:t>
            </a:r>
          </a:p>
        </p:txBody>
      </p:sp>
      <p:sp>
        <p:nvSpPr>
          <p:cNvPr id="4" name="Slide Number Placeholder 3"/>
          <p:cNvSpPr>
            <a:spLocks noGrp="1"/>
          </p:cNvSpPr>
          <p:nvPr>
            <p:ph type="sldNum" sz="quarter" idx="5"/>
          </p:nvPr>
        </p:nvSpPr>
        <p:spPr/>
        <p:txBody>
          <a:bodyPr/>
          <a:lstStyle/>
          <a:p>
            <a:fld id="{A5B6FB1C-DC19-429E-9B60-BB7C8A6C6165}" type="slidenum">
              <a:rPr lang="en-US" smtClean="0"/>
              <a:t>2</a:t>
            </a:fld>
            <a:endParaRPr lang="en-US"/>
          </a:p>
        </p:txBody>
      </p:sp>
    </p:spTree>
    <p:extLst>
      <p:ext uri="{BB962C8B-B14F-4D97-AF65-F5344CB8AC3E}">
        <p14:creationId xmlns:p14="http://schemas.microsoft.com/office/powerpoint/2010/main" val="508303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1:20</a:t>
            </a:r>
          </a:p>
          <a:p>
            <a:r>
              <a:rPr lang="en-US"/>
              <a:t>Heart rate was found to have ”little change” due to caffeine (Ragsdale, </a:t>
            </a:r>
            <a:r>
              <a:rPr lang="en-US" err="1"/>
              <a:t>Leimrot</a:t>
            </a:r>
            <a:r>
              <a:rPr lang="en-US"/>
              <a:t>), though reaction time did decrease as a result of caffeine (Attwood and </a:t>
            </a:r>
            <a:r>
              <a:rPr lang="en-US" err="1"/>
              <a:t>Bartrim</a:t>
            </a:r>
            <a:r>
              <a:rPr lang="en-US"/>
              <a:t>).</a:t>
            </a:r>
          </a:p>
        </p:txBody>
      </p:sp>
      <p:sp>
        <p:nvSpPr>
          <p:cNvPr id="4" name="Slide Number Placeholder 3"/>
          <p:cNvSpPr>
            <a:spLocks noGrp="1"/>
          </p:cNvSpPr>
          <p:nvPr>
            <p:ph type="sldNum" sz="quarter" idx="5"/>
          </p:nvPr>
        </p:nvSpPr>
        <p:spPr/>
        <p:txBody>
          <a:bodyPr/>
          <a:lstStyle/>
          <a:p>
            <a:fld id="{A5B6FB1C-DC19-429E-9B60-BB7C8A6C6165}" type="slidenum">
              <a:rPr lang="en-US" smtClean="0"/>
              <a:t>3</a:t>
            </a:fld>
            <a:endParaRPr lang="en-US"/>
          </a:p>
        </p:txBody>
      </p:sp>
    </p:spTree>
    <p:extLst>
      <p:ext uri="{BB962C8B-B14F-4D97-AF65-F5344CB8AC3E}">
        <p14:creationId xmlns:p14="http://schemas.microsoft.com/office/powerpoint/2010/main" val="3416711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1:35</a:t>
            </a:r>
          </a:p>
        </p:txBody>
      </p:sp>
      <p:sp>
        <p:nvSpPr>
          <p:cNvPr id="4" name="Slide Number Placeholder 3"/>
          <p:cNvSpPr>
            <a:spLocks noGrp="1"/>
          </p:cNvSpPr>
          <p:nvPr>
            <p:ph type="sldNum" sz="quarter" idx="5"/>
          </p:nvPr>
        </p:nvSpPr>
        <p:spPr/>
        <p:txBody>
          <a:bodyPr/>
          <a:lstStyle/>
          <a:p>
            <a:fld id="{A5B6FB1C-DC19-429E-9B60-BB7C8A6C6165}" type="slidenum">
              <a:rPr lang="en-US" smtClean="0"/>
              <a:t>4</a:t>
            </a:fld>
            <a:endParaRPr lang="en-US"/>
          </a:p>
        </p:txBody>
      </p:sp>
    </p:spTree>
    <p:extLst>
      <p:ext uri="{BB962C8B-B14F-4D97-AF65-F5344CB8AC3E}">
        <p14:creationId xmlns:p14="http://schemas.microsoft.com/office/powerpoint/2010/main" val="1036406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2:15</a:t>
                </a:r>
              </a:p>
              <a:p>
                <a:r>
                  <a:rPr lang="en-US" sz="1200" kern="1200">
                    <a:solidFill>
                      <a:schemeClr val="tx1"/>
                    </a:solidFill>
                    <a:effectLst/>
                    <a:latin typeface="+mn-lt"/>
                    <a:ea typeface="+mn-ea"/>
                    <a:cs typeface="+mn-cs"/>
                  </a:rPr>
                  <a:t>Null and alternative hypotheses for heart rate:</a:t>
                </a:r>
              </a:p>
              <a:p>
                <a:pPr/>
                <a14:m>
                  <m:oMathPara xmlns:m="http://schemas.openxmlformats.org/officeDocument/2006/math">
                    <m:oMath>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𝐻</m:t>
                          </m:r>
                        </m:e>
                        <m:sub>
                          <m:r>
                            <a:rPr lang="en-US" sz="1200" i="1" kern="1200">
                              <a:solidFill>
                                <a:schemeClr val="tx1"/>
                              </a:solidFill>
                              <a:effectLst/>
                              <a:latin typeface="Cambria Math" panose="02040503050406030204" pitchFamily="18" charset="0"/>
                              <a:ea typeface="+mn-ea"/>
                              <a:cs typeface="+mn-cs"/>
                            </a:rPr>
                            <m:t>0</m:t>
                          </m:r>
                        </m:sub>
                      </m:sSub>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𝜇</m:t>
                          </m:r>
                        </m:e>
                        <m:sub>
                          <m:r>
                            <a:rPr lang="en-US" sz="1200" i="1" kern="1200">
                              <a:solidFill>
                                <a:schemeClr val="tx1"/>
                              </a:solidFill>
                              <a:effectLst/>
                              <a:latin typeface="Cambria Math" panose="02040503050406030204" pitchFamily="18" charset="0"/>
                              <a:ea typeface="+mn-ea"/>
                              <a:cs typeface="+mn-cs"/>
                            </a:rPr>
                            <m:t>𝑤</m:t>
                          </m:r>
                        </m:sub>
                      </m:sSub>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𝜇</m:t>
                          </m:r>
                        </m:e>
                        <m:sub>
                          <m:r>
                            <a:rPr lang="en-US" sz="1200" i="1" kern="1200">
                              <a:solidFill>
                                <a:schemeClr val="tx1"/>
                              </a:solidFill>
                              <a:effectLst/>
                              <a:latin typeface="Cambria Math" panose="02040503050406030204" pitchFamily="18" charset="0"/>
                              <a:ea typeface="+mn-ea"/>
                              <a:cs typeface="+mn-cs"/>
                            </a:rPr>
                            <m:t>𝑐𝑎𝑓𝑓</m:t>
                          </m:r>
                        </m:sub>
                      </m:sSub>
                    </m:oMath>
                  </m:oMathPara>
                </a14:m>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(There is no difference in mean heart rate before and after caffeine consumption)</a:t>
                </a:r>
              </a:p>
              <a:p>
                <a:pPr/>
                <a14:m>
                  <m:oMathPara xmlns:m="http://schemas.openxmlformats.org/officeDocument/2006/math">
                    <m:oMath>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𝐻</m:t>
                          </m:r>
                        </m:e>
                        <m:sub>
                          <m:r>
                            <a:rPr lang="en-US" sz="1200" i="1" kern="1200">
                              <a:solidFill>
                                <a:schemeClr val="tx1"/>
                              </a:solidFill>
                              <a:effectLst/>
                              <a:latin typeface="Cambria Math" panose="02040503050406030204" pitchFamily="18" charset="0"/>
                              <a:ea typeface="+mn-ea"/>
                              <a:cs typeface="+mn-cs"/>
                            </a:rPr>
                            <m:t>1</m:t>
                          </m:r>
                        </m:sub>
                      </m:sSub>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𝜇</m:t>
                          </m:r>
                        </m:e>
                        <m:sub>
                          <m:r>
                            <a:rPr lang="en-US" sz="1200" i="1" kern="1200">
                              <a:solidFill>
                                <a:schemeClr val="tx1"/>
                              </a:solidFill>
                              <a:effectLst/>
                              <a:latin typeface="Cambria Math" panose="02040503050406030204" pitchFamily="18" charset="0"/>
                              <a:ea typeface="+mn-ea"/>
                              <a:cs typeface="+mn-cs"/>
                            </a:rPr>
                            <m:t>𝑤</m:t>
                          </m:r>
                        </m:sub>
                      </m:sSub>
                      <m:r>
                        <a:rPr lang="en-US" sz="1200" i="1" kern="1200">
                          <a:solidFill>
                            <a:schemeClr val="tx1"/>
                          </a:solidFill>
                          <a:effectLst/>
                          <a:latin typeface="Cambria Math" panose="02040503050406030204" pitchFamily="18" charset="0"/>
                          <a:ea typeface="+mn-ea"/>
                          <a:cs typeface="+mn-cs"/>
                        </a:rPr>
                        <m:t>&lt;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𝜇</m:t>
                          </m:r>
                        </m:e>
                        <m:sub>
                          <m:r>
                            <a:rPr lang="en-US" sz="1200" i="1" kern="1200">
                              <a:solidFill>
                                <a:schemeClr val="tx1"/>
                              </a:solidFill>
                              <a:effectLst/>
                              <a:latin typeface="Cambria Math" panose="02040503050406030204" pitchFamily="18" charset="0"/>
                              <a:ea typeface="+mn-ea"/>
                              <a:cs typeface="+mn-cs"/>
                            </a:rPr>
                            <m:t>𝑐𝑎𝑓𝑓</m:t>
                          </m:r>
                        </m:sub>
                      </m:sSub>
                    </m:oMath>
                  </m:oMathPara>
                </a14:m>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(mean heart rate increases after caffeine consumption)</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Null and alternative hypotheses for reaction time:</a:t>
                </a:r>
              </a:p>
              <a:p>
                <a:pPr/>
                <a14:m>
                  <m:oMathPara xmlns:m="http://schemas.openxmlformats.org/officeDocument/2006/math">
                    <m:oMath>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𝐻</m:t>
                          </m:r>
                        </m:e>
                        <m:sub>
                          <m:r>
                            <a:rPr lang="en-US" sz="1200" i="1" kern="1200">
                              <a:solidFill>
                                <a:schemeClr val="tx1"/>
                              </a:solidFill>
                              <a:effectLst/>
                              <a:latin typeface="Cambria Math" panose="02040503050406030204" pitchFamily="18" charset="0"/>
                              <a:ea typeface="+mn-ea"/>
                              <a:cs typeface="+mn-cs"/>
                            </a:rPr>
                            <m:t>0</m:t>
                          </m:r>
                        </m:sub>
                      </m:sSub>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𝜇</m:t>
                          </m:r>
                        </m:e>
                        <m:sub>
                          <m:r>
                            <a:rPr lang="en-US" sz="1200" i="1" kern="1200">
                              <a:solidFill>
                                <a:schemeClr val="tx1"/>
                              </a:solidFill>
                              <a:effectLst/>
                              <a:latin typeface="Cambria Math" panose="02040503050406030204" pitchFamily="18" charset="0"/>
                              <a:ea typeface="+mn-ea"/>
                              <a:cs typeface="+mn-cs"/>
                            </a:rPr>
                            <m:t>𝑤</m:t>
                          </m:r>
                        </m:sub>
                      </m:sSub>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𝜇</m:t>
                          </m:r>
                        </m:e>
                        <m:sub>
                          <m:r>
                            <a:rPr lang="en-US" sz="1200" i="1" kern="1200">
                              <a:solidFill>
                                <a:schemeClr val="tx1"/>
                              </a:solidFill>
                              <a:effectLst/>
                              <a:latin typeface="Cambria Math" panose="02040503050406030204" pitchFamily="18" charset="0"/>
                              <a:ea typeface="+mn-ea"/>
                              <a:cs typeface="+mn-cs"/>
                            </a:rPr>
                            <m:t>𝑐𝑎𝑓𝑓</m:t>
                          </m:r>
                        </m:sub>
                      </m:sSub>
                    </m:oMath>
                  </m:oMathPara>
                </a14:m>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(There is no difference in mean reaction time before and after caffeine consumption)</a:t>
                </a:r>
              </a:p>
              <a:p>
                <a:pPr/>
                <a14:m>
                  <m:oMathPara xmlns:m="http://schemas.openxmlformats.org/officeDocument/2006/math">
                    <m:oMath>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𝐻</m:t>
                          </m:r>
                        </m:e>
                        <m:sub>
                          <m:r>
                            <a:rPr lang="en-US" sz="1200" i="1" kern="1200">
                              <a:solidFill>
                                <a:schemeClr val="tx1"/>
                              </a:solidFill>
                              <a:effectLst/>
                              <a:latin typeface="Cambria Math" panose="02040503050406030204" pitchFamily="18" charset="0"/>
                              <a:ea typeface="+mn-ea"/>
                              <a:cs typeface="+mn-cs"/>
                            </a:rPr>
                            <m:t>1</m:t>
                          </m:r>
                        </m:sub>
                      </m:sSub>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𝜇</m:t>
                          </m:r>
                        </m:e>
                        <m:sub>
                          <m:r>
                            <a:rPr lang="en-US" sz="1200" i="1" kern="1200">
                              <a:solidFill>
                                <a:schemeClr val="tx1"/>
                              </a:solidFill>
                              <a:effectLst/>
                              <a:latin typeface="Cambria Math" panose="02040503050406030204" pitchFamily="18" charset="0"/>
                              <a:ea typeface="+mn-ea"/>
                              <a:cs typeface="+mn-cs"/>
                            </a:rPr>
                            <m:t>𝑤</m:t>
                          </m:r>
                        </m:sub>
                      </m:sSub>
                      <m:r>
                        <a:rPr lang="en-US" sz="1200" i="1" kern="1200">
                          <a:solidFill>
                            <a:schemeClr val="tx1"/>
                          </a:solidFill>
                          <a:effectLst/>
                          <a:latin typeface="Cambria Math" panose="02040503050406030204" pitchFamily="18" charset="0"/>
                          <a:ea typeface="+mn-ea"/>
                          <a:cs typeface="+mn-cs"/>
                        </a:rPr>
                        <m:t>&gt;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𝜇</m:t>
                          </m:r>
                        </m:e>
                        <m:sub>
                          <m:r>
                            <a:rPr lang="en-US" sz="1200" i="1" kern="1200">
                              <a:solidFill>
                                <a:schemeClr val="tx1"/>
                              </a:solidFill>
                              <a:effectLst/>
                              <a:latin typeface="Cambria Math" panose="02040503050406030204" pitchFamily="18" charset="0"/>
                              <a:ea typeface="+mn-ea"/>
                              <a:cs typeface="+mn-cs"/>
                            </a:rPr>
                            <m:t>𝑐𝑎𝑓𝑓</m:t>
                          </m:r>
                        </m:sub>
                      </m:sSub>
                    </m:oMath>
                  </m:oMathPara>
                </a14:m>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(mean reaction time decreases after caffeine consumption, showing improvements)</a:t>
                </a:r>
              </a:p>
              <a:p>
                <a:endParaRPr lang="en-US"/>
              </a:p>
            </p:txBody>
          </p:sp>
        </mc:Choice>
        <mc:Fallback xmlns="">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2:15</a:t>
                </a:r>
              </a:p>
              <a:p>
                <a:r>
                  <a:rPr lang="en-US" sz="1200" kern="1200">
                    <a:solidFill>
                      <a:schemeClr val="tx1"/>
                    </a:solidFill>
                    <a:effectLst/>
                    <a:latin typeface="+mn-lt"/>
                    <a:ea typeface="+mn-ea"/>
                    <a:cs typeface="+mn-cs"/>
                  </a:rPr>
                  <a:t>Null and alternative hypotheses for heart rate:</a:t>
                </a:r>
              </a:p>
              <a:p>
                <a:pPr/>
                <a:r>
                  <a:rPr lang="en-US" sz="1200" i="0" kern="1200">
                    <a:solidFill>
                      <a:schemeClr val="tx1"/>
                    </a:solidFill>
                    <a:effectLst/>
                    <a:latin typeface="Cambria Math" panose="02040503050406030204" pitchFamily="18" charset="0"/>
                    <a:ea typeface="+mn-ea"/>
                    <a:cs typeface="+mn-cs"/>
                  </a:rPr>
                  <a:t>𝐻_0:𝜇_𝑤=𝜇_𝑐𝑎𝑓𝑓</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(There is no difference in mean heart rate before and after caffeine consumption)</a:t>
                </a:r>
              </a:p>
              <a:p>
                <a:pPr/>
                <a:r>
                  <a:rPr lang="en-US" sz="1200" i="0" kern="1200">
                    <a:solidFill>
                      <a:schemeClr val="tx1"/>
                    </a:solidFill>
                    <a:effectLst/>
                    <a:latin typeface="Cambria Math" panose="02040503050406030204" pitchFamily="18" charset="0"/>
                    <a:ea typeface="+mn-ea"/>
                    <a:cs typeface="+mn-cs"/>
                  </a:rPr>
                  <a:t>𝐻_1:𝜇_𝑤&lt;𝜇_𝑐𝑎𝑓𝑓</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(mean heart rate increases after caffeine consumption)</a:t>
                </a:r>
              </a:p>
              <a:p>
                <a:r>
                  <a:rPr lang="en-US" sz="1200" kern="1200">
                    <a:solidFill>
                      <a:schemeClr val="tx1"/>
                    </a:solidFill>
                    <a:effectLst/>
                    <a:latin typeface="+mn-lt"/>
                    <a:ea typeface="+mn-ea"/>
                    <a:cs typeface="+mn-cs"/>
                  </a:rPr>
                  <a:t> </a:t>
                </a:r>
              </a:p>
              <a:p>
                <a:r>
                  <a:rPr lang="en-US" sz="1200" kern="1200">
                    <a:solidFill>
                      <a:schemeClr val="tx1"/>
                    </a:solidFill>
                    <a:effectLst/>
                    <a:latin typeface="+mn-lt"/>
                    <a:ea typeface="+mn-ea"/>
                    <a:cs typeface="+mn-cs"/>
                  </a:rPr>
                  <a:t>Null and alternative hypotheses for reaction time:</a:t>
                </a:r>
              </a:p>
              <a:p>
                <a:pPr/>
                <a:r>
                  <a:rPr lang="en-US" sz="1200" i="0" kern="1200">
                    <a:solidFill>
                      <a:schemeClr val="tx1"/>
                    </a:solidFill>
                    <a:effectLst/>
                    <a:latin typeface="Cambria Math" panose="02040503050406030204" pitchFamily="18" charset="0"/>
                    <a:ea typeface="+mn-ea"/>
                    <a:cs typeface="+mn-cs"/>
                  </a:rPr>
                  <a:t>𝐻_0:𝜇_𝑤=𝜇_𝑐𝑎𝑓𝑓</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(There is no difference in mean reaction time before and after caffeine consumption)</a:t>
                </a:r>
              </a:p>
              <a:p>
                <a:pPr/>
                <a:r>
                  <a:rPr lang="en-US" sz="1200" i="0" kern="1200">
                    <a:solidFill>
                      <a:schemeClr val="tx1"/>
                    </a:solidFill>
                    <a:effectLst/>
                    <a:latin typeface="Cambria Math" panose="02040503050406030204" pitchFamily="18" charset="0"/>
                    <a:ea typeface="+mn-ea"/>
                    <a:cs typeface="+mn-cs"/>
                  </a:rPr>
                  <a:t>𝐻_1:𝜇_𝑤&gt;𝜇_𝑐𝑎𝑓𝑓</a:t>
                </a:r>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(mean reaction time decreases after caffeine consumption, showing improvements)</a:t>
                </a:r>
              </a:p>
              <a:p>
                <a:endParaRPr lang="en-US"/>
              </a:p>
            </p:txBody>
          </p:sp>
        </mc:Fallback>
      </mc:AlternateContent>
      <p:sp>
        <p:nvSpPr>
          <p:cNvPr id="4" name="Slide Number Placeholder 3"/>
          <p:cNvSpPr>
            <a:spLocks noGrp="1"/>
          </p:cNvSpPr>
          <p:nvPr>
            <p:ph type="sldNum" sz="quarter" idx="5"/>
          </p:nvPr>
        </p:nvSpPr>
        <p:spPr/>
        <p:txBody>
          <a:bodyPr/>
          <a:lstStyle/>
          <a:p>
            <a:fld id="{A5B6FB1C-DC19-429E-9B60-BB7C8A6C6165}" type="slidenum">
              <a:rPr lang="en-US" smtClean="0"/>
              <a:t>5</a:t>
            </a:fld>
            <a:endParaRPr lang="en-US"/>
          </a:p>
        </p:txBody>
      </p:sp>
    </p:spTree>
    <p:extLst>
      <p:ext uri="{BB962C8B-B14F-4D97-AF65-F5344CB8AC3E}">
        <p14:creationId xmlns:p14="http://schemas.microsoft.com/office/powerpoint/2010/main" val="3186957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MH</a:t>
            </a:r>
          </a:p>
        </p:txBody>
      </p:sp>
      <p:sp>
        <p:nvSpPr>
          <p:cNvPr id="4" name="Slide Number Placeholder 3"/>
          <p:cNvSpPr>
            <a:spLocks noGrp="1"/>
          </p:cNvSpPr>
          <p:nvPr>
            <p:ph type="sldNum" sz="quarter" idx="5"/>
          </p:nvPr>
        </p:nvSpPr>
        <p:spPr/>
        <p:txBody>
          <a:bodyPr/>
          <a:lstStyle/>
          <a:p>
            <a:fld id="{A5B6FB1C-DC19-429E-9B60-BB7C8A6C6165}" type="slidenum">
              <a:rPr lang="en-US" smtClean="0"/>
              <a:t>6</a:t>
            </a:fld>
            <a:endParaRPr lang="en-US"/>
          </a:p>
        </p:txBody>
      </p:sp>
    </p:spTree>
    <p:extLst>
      <p:ext uri="{BB962C8B-B14F-4D97-AF65-F5344CB8AC3E}">
        <p14:creationId xmlns:p14="http://schemas.microsoft.com/office/powerpoint/2010/main" val="2373009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MH</a:t>
            </a:r>
          </a:p>
        </p:txBody>
      </p:sp>
      <p:sp>
        <p:nvSpPr>
          <p:cNvPr id="4" name="Slide Number Placeholder 3"/>
          <p:cNvSpPr>
            <a:spLocks noGrp="1"/>
          </p:cNvSpPr>
          <p:nvPr>
            <p:ph type="sldNum" sz="quarter" idx="5"/>
          </p:nvPr>
        </p:nvSpPr>
        <p:spPr/>
        <p:txBody>
          <a:bodyPr/>
          <a:lstStyle/>
          <a:p>
            <a:fld id="{A5B6FB1C-DC19-429E-9B60-BB7C8A6C6165}" type="slidenum">
              <a:rPr lang="en-US" smtClean="0"/>
              <a:t>7</a:t>
            </a:fld>
            <a:endParaRPr lang="en-US"/>
          </a:p>
        </p:txBody>
      </p:sp>
    </p:spTree>
    <p:extLst>
      <p:ext uri="{BB962C8B-B14F-4D97-AF65-F5344CB8AC3E}">
        <p14:creationId xmlns:p14="http://schemas.microsoft.com/office/powerpoint/2010/main" val="3543294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4:00</a:t>
            </a:r>
          </a:p>
          <a:p>
            <a:r>
              <a:rPr lang="en-US"/>
              <a:t>MH</a:t>
            </a:r>
          </a:p>
          <a:p>
            <a:r>
              <a:rPr lang="en-US"/>
              <a:t>Data was compiled onto Excel tables just like this one</a:t>
            </a:r>
          </a:p>
        </p:txBody>
      </p:sp>
      <p:sp>
        <p:nvSpPr>
          <p:cNvPr id="4" name="Slide Number Placeholder 3"/>
          <p:cNvSpPr>
            <a:spLocks noGrp="1"/>
          </p:cNvSpPr>
          <p:nvPr>
            <p:ph type="sldNum" sz="quarter" idx="5"/>
          </p:nvPr>
        </p:nvSpPr>
        <p:spPr/>
        <p:txBody>
          <a:bodyPr/>
          <a:lstStyle/>
          <a:p>
            <a:fld id="{A5B6FB1C-DC19-429E-9B60-BB7C8A6C6165}" type="slidenum">
              <a:rPr lang="en-US" smtClean="0"/>
              <a:t>8</a:t>
            </a:fld>
            <a:endParaRPr lang="en-US"/>
          </a:p>
        </p:txBody>
      </p:sp>
    </p:spTree>
    <p:extLst>
      <p:ext uri="{BB962C8B-B14F-4D97-AF65-F5344CB8AC3E}">
        <p14:creationId xmlns:p14="http://schemas.microsoft.com/office/powerpoint/2010/main" val="30000166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5B6FB1C-DC19-429E-9B60-BB7C8A6C6165}" type="slidenum">
              <a:rPr lang="en-US" smtClean="0"/>
              <a:t>9</a:t>
            </a:fld>
            <a:endParaRPr lang="en-US"/>
          </a:p>
        </p:txBody>
      </p:sp>
    </p:spTree>
    <p:extLst>
      <p:ext uri="{BB962C8B-B14F-4D97-AF65-F5344CB8AC3E}">
        <p14:creationId xmlns:p14="http://schemas.microsoft.com/office/powerpoint/2010/main" val="989311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4:45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R^2 value is close to 1, indicating strong linear relationship when evaluating the mean values</a:t>
            </a:r>
          </a:p>
          <a:p>
            <a:endParaRPr lang="en-US"/>
          </a:p>
        </p:txBody>
      </p:sp>
      <p:sp>
        <p:nvSpPr>
          <p:cNvPr id="4" name="Slide Number Placeholder 3"/>
          <p:cNvSpPr>
            <a:spLocks noGrp="1"/>
          </p:cNvSpPr>
          <p:nvPr>
            <p:ph type="sldNum" sz="quarter" idx="5"/>
          </p:nvPr>
        </p:nvSpPr>
        <p:spPr/>
        <p:txBody>
          <a:bodyPr/>
          <a:lstStyle/>
          <a:p>
            <a:fld id="{A5B6FB1C-DC19-429E-9B60-BB7C8A6C6165}" type="slidenum">
              <a:rPr lang="en-US" smtClean="0"/>
              <a:t>10</a:t>
            </a:fld>
            <a:endParaRPr lang="en-US"/>
          </a:p>
        </p:txBody>
      </p:sp>
    </p:spTree>
    <p:extLst>
      <p:ext uri="{BB962C8B-B14F-4D97-AF65-F5344CB8AC3E}">
        <p14:creationId xmlns:p14="http://schemas.microsoft.com/office/powerpoint/2010/main" val="126188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a:t>
            </a:r>
          </a:p>
        </p:txBody>
      </p:sp>
      <p:sp>
        <p:nvSpPr>
          <p:cNvPr id="4" name="Slide Number Placeholder 3"/>
          <p:cNvSpPr>
            <a:spLocks noGrp="1"/>
          </p:cNvSpPr>
          <p:nvPr>
            <p:ph type="sldNum" sz="quarter" idx="5"/>
          </p:nvPr>
        </p:nvSpPr>
        <p:spPr/>
        <p:txBody>
          <a:bodyPr/>
          <a:lstStyle/>
          <a:p>
            <a:fld id="{A5B6FB1C-DC19-429E-9B60-BB7C8A6C6165}" type="slidenum">
              <a:rPr lang="en-US" smtClean="0"/>
              <a:t>11</a:t>
            </a:fld>
            <a:endParaRPr lang="en-US"/>
          </a:p>
        </p:txBody>
      </p:sp>
    </p:spTree>
    <p:extLst>
      <p:ext uri="{BB962C8B-B14F-4D97-AF65-F5344CB8AC3E}">
        <p14:creationId xmlns:p14="http://schemas.microsoft.com/office/powerpoint/2010/main" val="1076939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5:20</a:t>
            </a:r>
          </a:p>
          <a:p>
            <a:r>
              <a:rPr lang="en-US"/>
              <a:t>R^2 value is close to 1, indicating strong linear relationship when evaluating the mean values</a:t>
            </a:r>
          </a:p>
        </p:txBody>
      </p:sp>
      <p:sp>
        <p:nvSpPr>
          <p:cNvPr id="4" name="Slide Number Placeholder 3"/>
          <p:cNvSpPr>
            <a:spLocks noGrp="1"/>
          </p:cNvSpPr>
          <p:nvPr>
            <p:ph type="sldNum" sz="quarter" idx="5"/>
          </p:nvPr>
        </p:nvSpPr>
        <p:spPr/>
        <p:txBody>
          <a:bodyPr/>
          <a:lstStyle/>
          <a:p>
            <a:fld id="{A5B6FB1C-DC19-429E-9B60-BB7C8A6C6165}" type="slidenum">
              <a:rPr lang="en-US" smtClean="0"/>
              <a:t>12</a:t>
            </a:fld>
            <a:endParaRPr lang="en-US"/>
          </a:p>
        </p:txBody>
      </p:sp>
    </p:spTree>
    <p:extLst>
      <p:ext uri="{BB962C8B-B14F-4D97-AF65-F5344CB8AC3E}">
        <p14:creationId xmlns:p14="http://schemas.microsoft.com/office/powerpoint/2010/main" val="16582087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a:t>
            </a:r>
          </a:p>
        </p:txBody>
      </p:sp>
      <p:sp>
        <p:nvSpPr>
          <p:cNvPr id="4" name="Slide Number Placeholder 3"/>
          <p:cNvSpPr>
            <a:spLocks noGrp="1"/>
          </p:cNvSpPr>
          <p:nvPr>
            <p:ph type="sldNum" sz="quarter" idx="5"/>
          </p:nvPr>
        </p:nvSpPr>
        <p:spPr/>
        <p:txBody>
          <a:bodyPr/>
          <a:lstStyle/>
          <a:p>
            <a:fld id="{A5B6FB1C-DC19-429E-9B60-BB7C8A6C6165}" type="slidenum">
              <a:rPr lang="en-US" smtClean="0"/>
              <a:t>13</a:t>
            </a:fld>
            <a:endParaRPr lang="en-US"/>
          </a:p>
        </p:txBody>
      </p:sp>
    </p:spTree>
    <p:extLst>
      <p:ext uri="{BB962C8B-B14F-4D97-AF65-F5344CB8AC3E}">
        <p14:creationId xmlns:p14="http://schemas.microsoft.com/office/powerpoint/2010/main" val="779050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6:10</a:t>
            </a:r>
          </a:p>
        </p:txBody>
      </p:sp>
      <p:sp>
        <p:nvSpPr>
          <p:cNvPr id="4" name="Slide Number Placeholder 3"/>
          <p:cNvSpPr>
            <a:spLocks noGrp="1"/>
          </p:cNvSpPr>
          <p:nvPr>
            <p:ph type="sldNum" sz="quarter" idx="5"/>
          </p:nvPr>
        </p:nvSpPr>
        <p:spPr/>
        <p:txBody>
          <a:bodyPr/>
          <a:lstStyle/>
          <a:p>
            <a:fld id="{A5B6FB1C-DC19-429E-9B60-BB7C8A6C6165}" type="slidenum">
              <a:rPr lang="en-US" smtClean="0"/>
              <a:t>14</a:t>
            </a:fld>
            <a:endParaRPr lang="en-US"/>
          </a:p>
        </p:txBody>
      </p:sp>
    </p:spTree>
    <p:extLst>
      <p:ext uri="{BB962C8B-B14F-4D97-AF65-F5344CB8AC3E}">
        <p14:creationId xmlns:p14="http://schemas.microsoft.com/office/powerpoint/2010/main" val="1871045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6:40</a:t>
            </a:r>
          </a:p>
        </p:txBody>
      </p:sp>
      <p:sp>
        <p:nvSpPr>
          <p:cNvPr id="4" name="Slide Number Placeholder 3"/>
          <p:cNvSpPr>
            <a:spLocks noGrp="1"/>
          </p:cNvSpPr>
          <p:nvPr>
            <p:ph type="sldNum" sz="quarter" idx="5"/>
          </p:nvPr>
        </p:nvSpPr>
        <p:spPr/>
        <p:txBody>
          <a:bodyPr/>
          <a:lstStyle/>
          <a:p>
            <a:fld id="{A5B6FB1C-DC19-429E-9B60-BB7C8A6C6165}" type="slidenum">
              <a:rPr lang="en-US" smtClean="0"/>
              <a:t>15</a:t>
            </a:fld>
            <a:endParaRPr lang="en-US"/>
          </a:p>
        </p:txBody>
      </p:sp>
    </p:spTree>
    <p:extLst>
      <p:ext uri="{BB962C8B-B14F-4D97-AF65-F5344CB8AC3E}">
        <p14:creationId xmlns:p14="http://schemas.microsoft.com/office/powerpoint/2010/main" val="4219787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caffeine increased, the variation in reaction times decreased. High doses led to more consistent reaction times—participants responded more similarly to one another. Heart rate variability slightly decreased with higher caffeine doses. The responses became a bit more uniform across participants.</a:t>
            </a:r>
          </a:p>
        </p:txBody>
      </p:sp>
      <p:sp>
        <p:nvSpPr>
          <p:cNvPr id="4" name="Slide Number Placeholder 3"/>
          <p:cNvSpPr>
            <a:spLocks noGrp="1"/>
          </p:cNvSpPr>
          <p:nvPr>
            <p:ph type="sldNum" sz="quarter" idx="5"/>
          </p:nvPr>
        </p:nvSpPr>
        <p:spPr/>
        <p:txBody>
          <a:bodyPr/>
          <a:lstStyle/>
          <a:p>
            <a:fld id="{A5B6FB1C-DC19-429E-9B60-BB7C8A6C6165}" type="slidenum">
              <a:rPr lang="en-US" smtClean="0"/>
              <a:t>16</a:t>
            </a:fld>
            <a:endParaRPr lang="en-US"/>
          </a:p>
        </p:txBody>
      </p:sp>
    </p:spTree>
    <p:extLst>
      <p:ext uri="{BB962C8B-B14F-4D97-AF65-F5344CB8AC3E}">
        <p14:creationId xmlns:p14="http://schemas.microsoft.com/office/powerpoint/2010/main" val="2258705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Overall, higher caffeine doses reduced variability in both reaction time and heart rate, meaning people responded more consistently as the caffeine amount increased. Not only did caffeine affect average reaction time and heart rate, but the decreasing standard deviations show that higher caffeine made participants’ responses more predictable and consistent.</a:t>
            </a:r>
          </a:p>
        </p:txBody>
      </p:sp>
      <p:sp>
        <p:nvSpPr>
          <p:cNvPr id="4" name="Slide Number Placeholder 3"/>
          <p:cNvSpPr>
            <a:spLocks noGrp="1"/>
          </p:cNvSpPr>
          <p:nvPr>
            <p:ph type="sldNum" sz="quarter" idx="5"/>
          </p:nvPr>
        </p:nvSpPr>
        <p:spPr/>
        <p:txBody>
          <a:bodyPr/>
          <a:lstStyle/>
          <a:p>
            <a:fld id="{A5B6FB1C-DC19-429E-9B60-BB7C8A6C6165}" type="slidenum">
              <a:rPr lang="en-US" smtClean="0"/>
              <a:t>17</a:t>
            </a:fld>
            <a:endParaRPr lang="en-US"/>
          </a:p>
        </p:txBody>
      </p:sp>
    </p:spTree>
    <p:extLst>
      <p:ext uri="{BB962C8B-B14F-4D97-AF65-F5344CB8AC3E}">
        <p14:creationId xmlns:p14="http://schemas.microsoft.com/office/powerpoint/2010/main" val="14902323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overall, our results show that caffeine </a:t>
            </a:r>
            <a:r>
              <a:rPr lang="en-US" b="0"/>
              <a:t>does</a:t>
            </a:r>
            <a:r>
              <a:rPr lang="en-US"/>
              <a:t> impact performance, both in reaction time and in heart rate. We saw that as caffeine increased, reaction times tended to get faster and also more consistent, which suggests caffeine can sharpen performance to a point. Heart rate also increased and became slightly more predictable. But even though these trends exist, the relationship isn’t extremely strong. The body’s response to caffeine varies from person to person, and our sample size was small, so we can’t say caffeine </a:t>
            </a:r>
            <a:r>
              <a:rPr lang="en-US" i="1"/>
              <a:t>definitely</a:t>
            </a:r>
            <a:r>
              <a:rPr lang="en-US"/>
              <a:t> causes these changes for everyone. It’s more like we’re seeing a general pattern rather than a perfect correlation.</a:t>
            </a:r>
          </a:p>
          <a:p>
            <a:endParaRPr lang="en-US"/>
          </a:p>
        </p:txBody>
      </p:sp>
      <p:sp>
        <p:nvSpPr>
          <p:cNvPr id="4" name="Slide Number Placeholder 3"/>
          <p:cNvSpPr>
            <a:spLocks noGrp="1"/>
          </p:cNvSpPr>
          <p:nvPr>
            <p:ph type="sldNum" sz="quarter" idx="5"/>
          </p:nvPr>
        </p:nvSpPr>
        <p:spPr/>
        <p:txBody>
          <a:bodyPr/>
          <a:lstStyle/>
          <a:p>
            <a:fld id="{A5B6FB1C-DC19-429E-9B60-BB7C8A6C6165}" type="slidenum">
              <a:rPr lang="en-US" smtClean="0"/>
              <a:t>18</a:t>
            </a:fld>
            <a:endParaRPr lang="en-US"/>
          </a:p>
        </p:txBody>
      </p:sp>
    </p:spTree>
    <p:extLst>
      <p:ext uri="{BB962C8B-B14F-4D97-AF65-F5344CB8AC3E}">
        <p14:creationId xmlns:p14="http://schemas.microsoft.com/office/powerpoint/2010/main" val="26813345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Finish to 8 minutes</a:t>
            </a:r>
          </a:p>
          <a:p>
            <a:r>
              <a:rPr lang="en-US"/>
              <a:t>Our small sample size of only 20 participants limited our experiment; testing 50 or even 100 undergraduates would significantly help our study. Additionally, prior underlying conditions such as ADHD and anxiety could have influenced our experiment. ADHD can give people different base reaction times while anxiety can give differing heart rates. Caffeine tolerance is also a variable, as someone who drinks caffeine, especially energy drinks, on a regular basis would find less variability than one who does not drink caffeine regularly. Lastly, there is a potential learning curve of the reaction time test; as people take the test more often, they get better at it (caffeine or not.)</a:t>
            </a:r>
          </a:p>
          <a:p>
            <a:r>
              <a:rPr lang="en-US"/>
              <a:t>ADHD: have different base reaction time</a:t>
            </a:r>
          </a:p>
          <a:p>
            <a:r>
              <a:rPr lang="en-US"/>
              <a:t>Anxiety: have differing heart rates </a:t>
            </a:r>
          </a:p>
        </p:txBody>
      </p:sp>
      <p:sp>
        <p:nvSpPr>
          <p:cNvPr id="4" name="Slide Number Placeholder 3"/>
          <p:cNvSpPr>
            <a:spLocks noGrp="1"/>
          </p:cNvSpPr>
          <p:nvPr>
            <p:ph type="sldNum" sz="quarter" idx="5"/>
          </p:nvPr>
        </p:nvSpPr>
        <p:spPr/>
        <p:txBody>
          <a:bodyPr/>
          <a:lstStyle/>
          <a:p>
            <a:fld id="{A5B6FB1C-DC19-429E-9B60-BB7C8A6C6165}" type="slidenum">
              <a:rPr lang="en-US" smtClean="0"/>
              <a:t>19</a:t>
            </a:fld>
            <a:endParaRPr lang="en-US"/>
          </a:p>
        </p:txBody>
      </p:sp>
    </p:spTree>
    <p:extLst>
      <p:ext uri="{BB962C8B-B14F-4D97-AF65-F5344CB8AC3E}">
        <p14:creationId xmlns:p14="http://schemas.microsoft.com/office/powerpoint/2010/main" val="38972911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Need to have 2 question?</a:t>
            </a:r>
          </a:p>
        </p:txBody>
      </p:sp>
      <p:sp>
        <p:nvSpPr>
          <p:cNvPr id="4" name="Slide Number Placeholder 3"/>
          <p:cNvSpPr>
            <a:spLocks noGrp="1"/>
          </p:cNvSpPr>
          <p:nvPr>
            <p:ph type="sldNum" sz="quarter" idx="5"/>
          </p:nvPr>
        </p:nvSpPr>
        <p:spPr/>
        <p:txBody>
          <a:bodyPr/>
          <a:lstStyle/>
          <a:p>
            <a:fld id="{A5B6FB1C-DC19-429E-9B60-BB7C8A6C6165}" type="slidenum">
              <a:rPr lang="en-US" smtClean="0"/>
              <a:t>20</a:t>
            </a:fld>
            <a:endParaRPr lang="en-US"/>
          </a:p>
        </p:txBody>
      </p:sp>
    </p:spTree>
    <p:extLst>
      <p:ext uri="{BB962C8B-B14F-4D97-AF65-F5344CB8AC3E}">
        <p14:creationId xmlns:p14="http://schemas.microsoft.com/office/powerpoint/2010/main" val="378345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 Yes and no; while our reaction time findings were supported by other studies, heart rate was previously found to not change as a result of caffeine intake</a:t>
            </a:r>
          </a:p>
          <a:p>
            <a:endParaRPr lang="en-US"/>
          </a:p>
        </p:txBody>
      </p:sp>
      <p:sp>
        <p:nvSpPr>
          <p:cNvPr id="4" name="Slide Number Placeholder 3"/>
          <p:cNvSpPr>
            <a:spLocks noGrp="1"/>
          </p:cNvSpPr>
          <p:nvPr>
            <p:ph type="sldNum" sz="quarter" idx="5"/>
          </p:nvPr>
        </p:nvSpPr>
        <p:spPr/>
        <p:txBody>
          <a:bodyPr/>
          <a:lstStyle/>
          <a:p>
            <a:fld id="{A5B6FB1C-DC19-429E-9B60-BB7C8A6C6165}" type="slidenum">
              <a:rPr lang="en-US" smtClean="0"/>
              <a:t>21</a:t>
            </a:fld>
            <a:endParaRPr lang="en-US"/>
          </a:p>
        </p:txBody>
      </p:sp>
    </p:spTree>
    <p:extLst>
      <p:ext uri="{BB962C8B-B14F-4D97-AF65-F5344CB8AC3E}">
        <p14:creationId xmlns:p14="http://schemas.microsoft.com/office/powerpoint/2010/main" val="4291747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Energy drinks improve alertness but may increase cardiovascular strain</a:t>
            </a:r>
          </a:p>
        </p:txBody>
      </p:sp>
      <p:sp>
        <p:nvSpPr>
          <p:cNvPr id="4" name="Slide Number Placeholder 3"/>
          <p:cNvSpPr>
            <a:spLocks noGrp="1"/>
          </p:cNvSpPr>
          <p:nvPr>
            <p:ph type="sldNum" sz="quarter" idx="5"/>
          </p:nvPr>
        </p:nvSpPr>
        <p:spPr/>
        <p:txBody>
          <a:bodyPr/>
          <a:lstStyle/>
          <a:p>
            <a:fld id="{A5B6FB1C-DC19-429E-9B60-BB7C8A6C6165}" type="slidenum">
              <a:rPr lang="en-US" smtClean="0"/>
              <a:t>22</a:t>
            </a:fld>
            <a:endParaRPr lang="en-US"/>
          </a:p>
        </p:txBody>
      </p:sp>
    </p:spTree>
    <p:extLst>
      <p:ext uri="{BB962C8B-B14F-4D97-AF65-F5344CB8AC3E}">
        <p14:creationId xmlns:p14="http://schemas.microsoft.com/office/powerpoint/2010/main" val="1715243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25AC9-AD9B-6FAD-F0B3-A6CA231E2802}"/>
              </a:ext>
            </a:extLst>
          </p:cNvPr>
          <p:cNvSpPr>
            <a:spLocks noGrp="1"/>
          </p:cNvSpPr>
          <p:nvPr>
            <p:ph type="ctrTitle"/>
          </p:nvPr>
        </p:nvSpPr>
        <p:spPr>
          <a:xfrm>
            <a:off x="1524000" y="1122363"/>
            <a:ext cx="9144000" cy="2387600"/>
          </a:xfrm>
        </p:spPr>
        <p:txBody>
          <a:bodyPr anchor="b"/>
          <a:lstStyle>
            <a:lvl1pPr algn="ctr">
              <a:defRPr sz="6000">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052F32AB-D1D8-FB12-9717-1248AA68BB11}"/>
              </a:ext>
            </a:extLst>
          </p:cNvPr>
          <p:cNvSpPr>
            <a:spLocks noGrp="1"/>
          </p:cNvSpPr>
          <p:nvPr>
            <p:ph type="subTitle" idx="1"/>
          </p:nvPr>
        </p:nvSpPr>
        <p:spPr>
          <a:xfrm>
            <a:off x="1524000" y="3602038"/>
            <a:ext cx="9144000" cy="1655762"/>
          </a:xfrm>
        </p:spPr>
        <p:txBody>
          <a:bodyPr/>
          <a:lstStyle>
            <a:lvl1pPr marL="0" indent="0" algn="ctr">
              <a:buNone/>
              <a:defRPr sz="2400">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F028ED-51AB-A8CF-2405-3E8B339E3330}"/>
              </a:ext>
            </a:extLst>
          </p:cNvPr>
          <p:cNvSpPr>
            <a:spLocks noGrp="1"/>
          </p:cNvSpPr>
          <p:nvPr>
            <p:ph type="dt" sz="half" idx="10"/>
          </p:nvPr>
        </p:nvSpPr>
        <p:spPr/>
        <p:txBody>
          <a:bodyPr/>
          <a:lstStyle/>
          <a:p>
            <a:fld id="{98D62744-AF45-804C-9200-D599474E6FBA}" type="datetime1">
              <a:rPr lang="en-US" smtClean="0"/>
              <a:t>10/27/26</a:t>
            </a:fld>
            <a:endParaRPr lang="en-US"/>
          </a:p>
        </p:txBody>
      </p:sp>
      <p:sp>
        <p:nvSpPr>
          <p:cNvPr id="5" name="Footer Placeholder 4">
            <a:extLst>
              <a:ext uri="{FF2B5EF4-FFF2-40B4-BE49-F238E27FC236}">
                <a16:creationId xmlns:a16="http://schemas.microsoft.com/office/drawing/2014/main" id="{9FA5AD64-EEF2-B414-2A1E-4EEEC31A29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EE3F3D-F3F5-023A-EDB4-ED6C8BB0BA4E}"/>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4290777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3072A-E1FD-DA6F-C0B3-035F1B88FEDF}"/>
              </a:ext>
            </a:extLst>
          </p:cNvPr>
          <p:cNvSpPr>
            <a:spLocks noGrp="1"/>
          </p:cNvSpPr>
          <p:nvPr>
            <p:ph type="title"/>
          </p:nvPr>
        </p:nvSpPr>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FF4DB398-0229-8BAF-EDDF-E660B004A121}"/>
              </a:ext>
            </a:extLst>
          </p:cNvPr>
          <p:cNvSpPr>
            <a:spLocks noGrp="1"/>
          </p:cNvSpPr>
          <p:nvPr>
            <p:ph idx="1"/>
          </p:nvPr>
        </p:nvSpPr>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vl2pPr>
              <a:defRPr>
                <a:latin typeface="Verdana" panose="020B0604030504040204" pitchFamily="34" charset="0"/>
                <a:ea typeface="Verdana" panose="020B0604030504040204" pitchFamily="34" charset="0"/>
                <a:cs typeface="Verdana" panose="020B0604030504040204" pitchFamily="34" charset="0"/>
              </a:defRPr>
            </a:lvl2pPr>
            <a:lvl3pPr>
              <a:defRPr>
                <a:latin typeface="Verdana" panose="020B0604030504040204" pitchFamily="34" charset="0"/>
                <a:ea typeface="Verdana" panose="020B0604030504040204" pitchFamily="34" charset="0"/>
                <a:cs typeface="Verdana" panose="020B0604030504040204" pitchFamily="34" charset="0"/>
              </a:defRPr>
            </a:lvl3pPr>
            <a:lvl4pPr>
              <a:defRPr>
                <a:latin typeface="Verdana" panose="020B0604030504040204" pitchFamily="34" charset="0"/>
                <a:ea typeface="Verdana" panose="020B0604030504040204" pitchFamily="34" charset="0"/>
                <a:cs typeface="Verdana" panose="020B0604030504040204" pitchFamily="34" charset="0"/>
              </a:defRPr>
            </a:lvl4pPr>
            <a:lvl5pPr>
              <a:defRPr>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229D23-80BF-F864-0CBE-20690FACFC82}"/>
              </a:ext>
            </a:extLst>
          </p:cNvPr>
          <p:cNvSpPr>
            <a:spLocks noGrp="1"/>
          </p:cNvSpPr>
          <p:nvPr>
            <p:ph type="dt" sz="half" idx="10"/>
          </p:nvPr>
        </p:nvSpPr>
        <p:spPr/>
        <p:txBody>
          <a:bodyPr/>
          <a:lstStyle/>
          <a:p>
            <a:fld id="{920E7EF6-E5CC-F341-9E8C-EB1D0FB5CEDE}" type="datetime1">
              <a:rPr lang="en-US" smtClean="0"/>
              <a:t>10/27/26</a:t>
            </a:fld>
            <a:endParaRPr lang="en-US"/>
          </a:p>
        </p:txBody>
      </p:sp>
      <p:sp>
        <p:nvSpPr>
          <p:cNvPr id="5" name="Footer Placeholder 4">
            <a:extLst>
              <a:ext uri="{FF2B5EF4-FFF2-40B4-BE49-F238E27FC236}">
                <a16:creationId xmlns:a16="http://schemas.microsoft.com/office/drawing/2014/main" id="{E2AB0F4B-8673-81CD-825A-75F91B57BB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64C1B4-A80A-E1C3-0637-4988CDF41357}"/>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300424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A8450-68CB-0D2C-C4A5-38D70ED326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87C3BF-997C-752C-E596-6717C9A5CD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694812-2686-99EF-F206-4C7D6D1F2E74}"/>
              </a:ext>
            </a:extLst>
          </p:cNvPr>
          <p:cNvSpPr>
            <a:spLocks noGrp="1"/>
          </p:cNvSpPr>
          <p:nvPr>
            <p:ph type="dt" sz="half" idx="10"/>
          </p:nvPr>
        </p:nvSpPr>
        <p:spPr/>
        <p:txBody>
          <a:bodyPr/>
          <a:lstStyle/>
          <a:p>
            <a:fld id="{A8320785-6043-D742-9E79-0F2537287FE4}" type="datetime1">
              <a:rPr lang="en-US" smtClean="0"/>
              <a:t>10/27/26</a:t>
            </a:fld>
            <a:endParaRPr lang="en-US"/>
          </a:p>
        </p:txBody>
      </p:sp>
      <p:sp>
        <p:nvSpPr>
          <p:cNvPr id="5" name="Footer Placeholder 4">
            <a:extLst>
              <a:ext uri="{FF2B5EF4-FFF2-40B4-BE49-F238E27FC236}">
                <a16:creationId xmlns:a16="http://schemas.microsoft.com/office/drawing/2014/main" id="{6AFA734C-ACE3-9F4D-80C1-D36001C93F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1A6586-7D8F-AA3D-E19B-C91CA26DF70C}"/>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3841500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B2878-560B-1BA6-E58B-A9AC60B11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CE4F50-5DF6-E80C-F0BD-36373E05F9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8C2A3-A9F2-E23E-42ED-D7FED66D8D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EA1A04-0E80-1B82-C2B6-F5107C24AFF5}"/>
              </a:ext>
            </a:extLst>
          </p:cNvPr>
          <p:cNvSpPr>
            <a:spLocks noGrp="1"/>
          </p:cNvSpPr>
          <p:nvPr>
            <p:ph type="dt" sz="half" idx="10"/>
          </p:nvPr>
        </p:nvSpPr>
        <p:spPr/>
        <p:txBody>
          <a:bodyPr/>
          <a:lstStyle/>
          <a:p>
            <a:fld id="{C50FE6C1-FDCE-F04E-BCFF-ABFF6113F841}" type="datetime1">
              <a:rPr lang="en-US" smtClean="0"/>
              <a:t>10/27/26</a:t>
            </a:fld>
            <a:endParaRPr lang="en-US"/>
          </a:p>
        </p:txBody>
      </p:sp>
      <p:sp>
        <p:nvSpPr>
          <p:cNvPr id="6" name="Footer Placeholder 5">
            <a:extLst>
              <a:ext uri="{FF2B5EF4-FFF2-40B4-BE49-F238E27FC236}">
                <a16:creationId xmlns:a16="http://schemas.microsoft.com/office/drawing/2014/main" id="{B882FA41-EF3F-BC02-C116-4C764E6AD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7D3028-17A7-CCC5-CCC5-3735C0CE2559}"/>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1971198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CA1EA-C7C5-5230-4D2E-3BF5BDF436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392E7C3-7B60-7A04-4D38-8CFF2EB4CF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0E9BF0-F89C-BA07-47C8-97725CA7CC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AC804C-7AFF-7F3C-67F2-03A73C6C27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847CAE-465E-8342-46BF-7735B986E2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A6DE19-0337-F2DA-2729-C22A8F88E1F7}"/>
              </a:ext>
            </a:extLst>
          </p:cNvPr>
          <p:cNvSpPr>
            <a:spLocks noGrp="1"/>
          </p:cNvSpPr>
          <p:nvPr>
            <p:ph type="dt" sz="half" idx="10"/>
          </p:nvPr>
        </p:nvSpPr>
        <p:spPr/>
        <p:txBody>
          <a:bodyPr/>
          <a:lstStyle/>
          <a:p>
            <a:fld id="{6519D132-6DC3-9E49-8568-100F1AAC0042}" type="datetime1">
              <a:rPr lang="en-US" smtClean="0"/>
              <a:t>10/27/26</a:t>
            </a:fld>
            <a:endParaRPr lang="en-US"/>
          </a:p>
        </p:txBody>
      </p:sp>
      <p:sp>
        <p:nvSpPr>
          <p:cNvPr id="8" name="Footer Placeholder 7">
            <a:extLst>
              <a:ext uri="{FF2B5EF4-FFF2-40B4-BE49-F238E27FC236}">
                <a16:creationId xmlns:a16="http://schemas.microsoft.com/office/drawing/2014/main" id="{DF5A5D90-29DA-5503-5F86-A5F4F94A585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4537BB8-B3F7-919E-DF8D-ED4FAA74E885}"/>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1754464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6E8A-1190-E140-E486-E1622D8643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EA42D2-A92C-F917-772D-148A4C7CA7F5}"/>
              </a:ext>
            </a:extLst>
          </p:cNvPr>
          <p:cNvSpPr>
            <a:spLocks noGrp="1"/>
          </p:cNvSpPr>
          <p:nvPr>
            <p:ph type="dt" sz="half" idx="10"/>
          </p:nvPr>
        </p:nvSpPr>
        <p:spPr/>
        <p:txBody>
          <a:bodyPr/>
          <a:lstStyle/>
          <a:p>
            <a:fld id="{AC702BBC-BD64-C344-AAE7-748BCD38AFD7}" type="datetime1">
              <a:rPr lang="en-US" smtClean="0"/>
              <a:t>10/27/26</a:t>
            </a:fld>
            <a:endParaRPr lang="en-US"/>
          </a:p>
        </p:txBody>
      </p:sp>
      <p:sp>
        <p:nvSpPr>
          <p:cNvPr id="4" name="Footer Placeholder 3">
            <a:extLst>
              <a:ext uri="{FF2B5EF4-FFF2-40B4-BE49-F238E27FC236}">
                <a16:creationId xmlns:a16="http://schemas.microsoft.com/office/drawing/2014/main" id="{07CCAADD-7BF3-AB7C-AB82-1F3274B412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8298AB-EDD4-A5A9-E6C8-55AC65E88C34}"/>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1468189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C765ED-C78B-B52A-2E28-7EADB2408F0A}"/>
              </a:ext>
            </a:extLst>
          </p:cNvPr>
          <p:cNvSpPr>
            <a:spLocks noGrp="1"/>
          </p:cNvSpPr>
          <p:nvPr>
            <p:ph type="dt" sz="half" idx="10"/>
          </p:nvPr>
        </p:nvSpPr>
        <p:spPr/>
        <p:txBody>
          <a:bodyPr/>
          <a:lstStyle/>
          <a:p>
            <a:fld id="{8D155984-3600-3246-B35F-0CB475831A05}" type="datetime1">
              <a:rPr lang="en-US" smtClean="0"/>
              <a:t>10/27/26</a:t>
            </a:fld>
            <a:endParaRPr lang="en-US"/>
          </a:p>
        </p:txBody>
      </p:sp>
      <p:sp>
        <p:nvSpPr>
          <p:cNvPr id="3" name="Footer Placeholder 2">
            <a:extLst>
              <a:ext uri="{FF2B5EF4-FFF2-40B4-BE49-F238E27FC236}">
                <a16:creationId xmlns:a16="http://schemas.microsoft.com/office/drawing/2014/main" id="{7749602B-F5DB-952E-CD3B-473D746380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C74F08-C854-8227-C70A-0E7D41B07947}"/>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4274357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7582-0C2B-F33B-A066-DE58F99C36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3F6491-76E5-C428-7AC3-E69AB75453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C32611-7B00-35F3-4AEC-7B9C58398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E28FF6-991E-D9D7-8460-3190DAEA0C17}"/>
              </a:ext>
            </a:extLst>
          </p:cNvPr>
          <p:cNvSpPr>
            <a:spLocks noGrp="1"/>
          </p:cNvSpPr>
          <p:nvPr>
            <p:ph type="dt" sz="half" idx="10"/>
          </p:nvPr>
        </p:nvSpPr>
        <p:spPr/>
        <p:txBody>
          <a:bodyPr/>
          <a:lstStyle/>
          <a:p>
            <a:fld id="{9302A936-C031-6A47-B3F3-26C7ECB2F27E}" type="datetime1">
              <a:rPr lang="en-US" smtClean="0"/>
              <a:t>10/27/26</a:t>
            </a:fld>
            <a:endParaRPr lang="en-US"/>
          </a:p>
        </p:txBody>
      </p:sp>
      <p:sp>
        <p:nvSpPr>
          <p:cNvPr id="6" name="Footer Placeholder 5">
            <a:extLst>
              <a:ext uri="{FF2B5EF4-FFF2-40B4-BE49-F238E27FC236}">
                <a16:creationId xmlns:a16="http://schemas.microsoft.com/office/drawing/2014/main" id="{01BA556B-A290-5F12-0159-A6A7BCA470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DB8450-2B4D-19C6-D635-6242A7CE971E}"/>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1139037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63DF-3969-BBD5-1380-3F6CD220A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8F6ADD-CD9B-D3BC-2CFF-423455821F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200B3F-EB43-CECC-A8D6-4DDA41418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2B862E-2791-4DEE-E131-42CDC81467B3}"/>
              </a:ext>
            </a:extLst>
          </p:cNvPr>
          <p:cNvSpPr>
            <a:spLocks noGrp="1"/>
          </p:cNvSpPr>
          <p:nvPr>
            <p:ph type="dt" sz="half" idx="10"/>
          </p:nvPr>
        </p:nvSpPr>
        <p:spPr/>
        <p:txBody>
          <a:bodyPr/>
          <a:lstStyle/>
          <a:p>
            <a:fld id="{9E9A3903-733D-B64B-9AF9-E8E840D9557E}" type="datetime1">
              <a:rPr lang="en-US" smtClean="0"/>
              <a:t>10/27/26</a:t>
            </a:fld>
            <a:endParaRPr lang="en-US"/>
          </a:p>
        </p:txBody>
      </p:sp>
      <p:sp>
        <p:nvSpPr>
          <p:cNvPr id="6" name="Footer Placeholder 5">
            <a:extLst>
              <a:ext uri="{FF2B5EF4-FFF2-40B4-BE49-F238E27FC236}">
                <a16:creationId xmlns:a16="http://schemas.microsoft.com/office/drawing/2014/main" id="{4618A42D-08DD-D7D2-F26E-487C9C2913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4103EE-A104-D380-4268-B81A08ABBE9E}"/>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3787405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D37EC-FA5D-9673-0FBA-3A3DF5C85A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9979FD-A8F3-1110-2B5D-141817F184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C7A2E8-59C8-26EE-5E89-BE4309B4CA76}"/>
              </a:ext>
            </a:extLst>
          </p:cNvPr>
          <p:cNvSpPr>
            <a:spLocks noGrp="1"/>
          </p:cNvSpPr>
          <p:nvPr>
            <p:ph type="dt" sz="half" idx="10"/>
          </p:nvPr>
        </p:nvSpPr>
        <p:spPr/>
        <p:txBody>
          <a:bodyPr/>
          <a:lstStyle/>
          <a:p>
            <a:fld id="{E542584B-2577-3D41-9609-F9D4D4BB6155}" type="datetime1">
              <a:rPr lang="en-US" smtClean="0"/>
              <a:t>10/27/26</a:t>
            </a:fld>
            <a:endParaRPr lang="en-US"/>
          </a:p>
        </p:txBody>
      </p:sp>
      <p:sp>
        <p:nvSpPr>
          <p:cNvPr id="5" name="Footer Placeholder 4">
            <a:extLst>
              <a:ext uri="{FF2B5EF4-FFF2-40B4-BE49-F238E27FC236}">
                <a16:creationId xmlns:a16="http://schemas.microsoft.com/office/drawing/2014/main" id="{49764D7D-BD4E-9643-B8AC-5F757FBA89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570BB1-4C7F-F6A5-23DA-76CAD4457FFF}"/>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1099532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6CB493-AEB2-2F4A-E76D-C599BFE9EB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1A51B0-DF39-3DB4-0AD4-4B59087242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F081A-B3F5-A6DA-574A-0B02814715C7}"/>
              </a:ext>
            </a:extLst>
          </p:cNvPr>
          <p:cNvSpPr>
            <a:spLocks noGrp="1"/>
          </p:cNvSpPr>
          <p:nvPr>
            <p:ph type="dt" sz="half" idx="10"/>
          </p:nvPr>
        </p:nvSpPr>
        <p:spPr/>
        <p:txBody>
          <a:bodyPr/>
          <a:lstStyle/>
          <a:p>
            <a:fld id="{3827F217-1891-BE47-ADB9-E8042076639C}" type="datetime1">
              <a:rPr lang="en-US" smtClean="0"/>
              <a:t>10/27/26</a:t>
            </a:fld>
            <a:endParaRPr lang="en-US"/>
          </a:p>
        </p:txBody>
      </p:sp>
      <p:sp>
        <p:nvSpPr>
          <p:cNvPr id="5" name="Footer Placeholder 4">
            <a:extLst>
              <a:ext uri="{FF2B5EF4-FFF2-40B4-BE49-F238E27FC236}">
                <a16:creationId xmlns:a16="http://schemas.microsoft.com/office/drawing/2014/main" id="{BC5FBEA1-2D63-1E80-09B8-3A1148756A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29F394-AA88-9FD2-4E7B-54F3E4E167A3}"/>
              </a:ext>
            </a:extLst>
          </p:cNvPr>
          <p:cNvSpPr>
            <a:spLocks noGrp="1"/>
          </p:cNvSpPr>
          <p:nvPr>
            <p:ph type="sldNum" sz="quarter" idx="12"/>
          </p:nvPr>
        </p:nvSpPr>
        <p:spPr/>
        <p:txBody>
          <a:bodyPr/>
          <a:lstStyle/>
          <a:p>
            <a:fld id="{3F4D5D7E-5E80-4F08-8F4D-D7D7A414CFF6}" type="slidenum">
              <a:rPr lang="en-US" smtClean="0"/>
              <a:t>‹#›</a:t>
            </a:fld>
            <a:endParaRPr lang="en-US"/>
          </a:p>
        </p:txBody>
      </p:sp>
    </p:spTree>
    <p:extLst>
      <p:ext uri="{BB962C8B-B14F-4D97-AF65-F5344CB8AC3E}">
        <p14:creationId xmlns:p14="http://schemas.microsoft.com/office/powerpoint/2010/main" val="2374757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0BEEB-9C58-39D6-1B70-7B9F907956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0D708F-6CA7-9127-6B15-5B0867BBF2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599D5F-FFED-4846-A075-01446E7D2A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0CBB72-00A8-EC43-A1AB-E480BB2743EE}" type="datetime1">
              <a:rPr lang="en-US" smtClean="0"/>
              <a:t>10/27/26</a:t>
            </a:fld>
            <a:endParaRPr lang="en-US"/>
          </a:p>
        </p:txBody>
      </p:sp>
      <p:sp>
        <p:nvSpPr>
          <p:cNvPr id="5" name="Footer Placeholder 4">
            <a:extLst>
              <a:ext uri="{FF2B5EF4-FFF2-40B4-BE49-F238E27FC236}">
                <a16:creationId xmlns:a16="http://schemas.microsoft.com/office/drawing/2014/main" id="{CD9565AD-AE0D-1FC9-A938-E4E84D1D15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312747-5303-9BE7-103E-0CDBE20524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4D5D7E-5E80-4F08-8F4D-D7D7A414CFF6}" type="slidenum">
              <a:rPr lang="en-US" smtClean="0"/>
              <a:t>‹#›</a:t>
            </a:fld>
            <a:endParaRPr lang="en-US"/>
          </a:p>
        </p:txBody>
      </p:sp>
    </p:spTree>
    <p:extLst>
      <p:ext uri="{BB962C8B-B14F-4D97-AF65-F5344CB8AC3E}">
        <p14:creationId xmlns:p14="http://schemas.microsoft.com/office/powerpoint/2010/main" val="1121687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eg"/></Relationships>
</file>

<file path=ppt/slides/_rels/slide20.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6DA65C9-5611-1639-4663-80B668E02F55}"/>
              </a:ext>
            </a:extLst>
          </p:cNvPr>
          <p:cNvSpPr>
            <a:spLocks noGrp="1"/>
          </p:cNvSpPr>
          <p:nvPr>
            <p:ph type="ctrTitle"/>
          </p:nvPr>
        </p:nvSpPr>
        <p:spPr>
          <a:xfrm>
            <a:off x="1369155" y="1371413"/>
            <a:ext cx="9516374" cy="3127526"/>
          </a:xfrm>
        </p:spPr>
        <p:txBody>
          <a:bodyPr anchor="ctr">
            <a:normAutofit/>
          </a:bodyPr>
          <a:lstStyle/>
          <a:p>
            <a:r>
              <a:rPr lang="en-US" sz="4800" b="1">
                <a:solidFill>
                  <a:srgbClr val="FFFFFF"/>
                </a:solidFill>
                <a:latin typeface="Verdana"/>
                <a:ea typeface="Verdana"/>
                <a:cs typeface="Calibri"/>
              </a:rPr>
              <a:t>The Effect of Energy Drinks on Heart Rate and Reaction Time</a:t>
            </a:r>
            <a:endParaRPr lang="en-US" sz="4800">
              <a:solidFill>
                <a:srgbClr val="FFFFFF"/>
              </a:solidFill>
              <a:latin typeface="Verdana"/>
              <a:ea typeface="Verdana"/>
              <a:cs typeface="Calibri"/>
            </a:endParaRPr>
          </a:p>
        </p:txBody>
      </p:sp>
      <p:sp>
        <p:nvSpPr>
          <p:cNvPr id="3" name="Subtitle 2">
            <a:extLst>
              <a:ext uri="{FF2B5EF4-FFF2-40B4-BE49-F238E27FC236}">
                <a16:creationId xmlns:a16="http://schemas.microsoft.com/office/drawing/2014/main" id="{C9B62E8C-AEAC-0B09-2237-D64D3E7725A3}"/>
              </a:ext>
            </a:extLst>
          </p:cNvPr>
          <p:cNvSpPr>
            <a:spLocks noGrp="1"/>
          </p:cNvSpPr>
          <p:nvPr>
            <p:ph type="subTitle" idx="1"/>
          </p:nvPr>
        </p:nvSpPr>
        <p:spPr>
          <a:xfrm>
            <a:off x="1559943" y="5171093"/>
            <a:ext cx="9644346" cy="884650"/>
          </a:xfrm>
        </p:spPr>
        <p:txBody>
          <a:bodyPr anchor="ctr">
            <a:noAutofit/>
          </a:bodyPr>
          <a:lstStyle/>
          <a:p>
            <a:r>
              <a:rPr lang="en-US" sz="2000">
                <a:solidFill>
                  <a:srgbClr val="FFFFFF"/>
                </a:solidFill>
              </a:rPr>
              <a:t>Group 12</a:t>
            </a:r>
          </a:p>
          <a:p>
            <a:r>
              <a:rPr lang="en-US" sz="2000">
                <a:solidFill>
                  <a:srgbClr val="FFFFFF"/>
                </a:solidFill>
              </a:rPr>
              <a:t>Jude Condon, Selena Dang, Nathaniel Francis, and Madeline </a:t>
            </a:r>
            <a:r>
              <a:rPr lang="en-US" sz="2000" err="1">
                <a:solidFill>
                  <a:srgbClr val="FFFFFF"/>
                </a:solidFill>
              </a:rPr>
              <a:t>Heymann</a:t>
            </a:r>
            <a:endParaRPr lang="en-US" sz="2000">
              <a:solidFill>
                <a:srgbClr val="FFFFFF"/>
              </a:solidFill>
            </a:endParaRPr>
          </a:p>
        </p:txBody>
      </p:sp>
    </p:spTree>
    <p:extLst>
      <p:ext uri="{BB962C8B-B14F-4D97-AF65-F5344CB8AC3E}">
        <p14:creationId xmlns:p14="http://schemas.microsoft.com/office/powerpoint/2010/main" val="73619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0" nodeType="withEffect">
                                  <p:stCondLst>
                                    <p:cond delay="1000"/>
                                  </p:stCondLst>
                                  <p:iterate type="wd">
                                    <p:tmPct val="15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C77C02-C98A-6C6A-7410-B9ECB53E19B5}"/>
              </a:ext>
            </a:extLst>
          </p:cNvPr>
          <p:cNvSpPr>
            <a:spLocks noGrp="1"/>
          </p:cNvSpPr>
          <p:nvPr>
            <p:ph type="title"/>
          </p:nvPr>
        </p:nvSpPr>
        <p:spPr>
          <a:xfrm>
            <a:off x="838200" y="557188"/>
            <a:ext cx="10515600" cy="1133499"/>
          </a:xfrm>
        </p:spPr>
        <p:txBody>
          <a:bodyPr>
            <a:normAutofit/>
          </a:bodyPr>
          <a:lstStyle/>
          <a:p>
            <a:pPr algn="ctr"/>
            <a:r>
              <a:rPr lang="en-US" sz="5200"/>
              <a:t>Summary</a:t>
            </a:r>
          </a:p>
        </p:txBody>
      </p:sp>
      <p:graphicFrame>
        <p:nvGraphicFramePr>
          <p:cNvPr id="3" name="Diagram 2">
            <a:extLst>
              <a:ext uri="{FF2B5EF4-FFF2-40B4-BE49-F238E27FC236}">
                <a16:creationId xmlns:a16="http://schemas.microsoft.com/office/drawing/2014/main" id="{05258457-FA4D-0113-3D6C-FACF970EBC5C}"/>
              </a:ext>
            </a:extLst>
          </p:cNvPr>
          <p:cNvGraphicFramePr/>
          <p:nvPr>
            <p:extLst>
              <p:ext uri="{D42A27DB-BD31-4B8C-83A1-F6EECF244321}">
                <p14:modId xmlns:p14="http://schemas.microsoft.com/office/powerpoint/2010/main" val="1360268065"/>
              </p:ext>
            </p:extLst>
          </p:nvPr>
        </p:nvGraphicFramePr>
        <p:xfrm>
          <a:off x="838200" y="2109375"/>
          <a:ext cx="10515600" cy="3871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119E72B3-7E3E-FF8F-1C39-8231C4677A82}"/>
              </a:ext>
            </a:extLst>
          </p:cNvPr>
          <p:cNvSpPr>
            <a:spLocks noGrp="1"/>
          </p:cNvSpPr>
          <p:nvPr>
            <p:ph type="sldNum" sz="quarter" idx="12"/>
          </p:nvPr>
        </p:nvSpPr>
        <p:spPr/>
        <p:txBody>
          <a:bodyPr/>
          <a:lstStyle/>
          <a:p>
            <a:r>
              <a:rPr lang="en-US"/>
              <a:t>MH </a:t>
            </a:r>
            <a:fld id="{3F4D5D7E-5E80-4F08-8F4D-D7D7A414CFF6}" type="slidenum">
              <a:rPr lang="en-US" smtClean="0"/>
              <a:t>2</a:t>
            </a:fld>
            <a:endParaRPr lang="en-US"/>
          </a:p>
        </p:txBody>
      </p:sp>
    </p:spTree>
    <p:extLst>
      <p:ext uri="{BB962C8B-B14F-4D97-AF65-F5344CB8AC3E}">
        <p14:creationId xmlns:p14="http://schemas.microsoft.com/office/powerpoint/2010/main" val="3603531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EDE88-BE94-F1F2-E54B-65EE8F1A53E4}"/>
              </a:ext>
            </a:extLst>
          </p:cNvPr>
          <p:cNvSpPr>
            <a:spLocks noGrp="1"/>
          </p:cNvSpPr>
          <p:nvPr>
            <p:ph type="title"/>
          </p:nvPr>
        </p:nvSpPr>
        <p:spPr>
          <a:xfrm>
            <a:off x="838200" y="557188"/>
            <a:ext cx="10515600" cy="1133499"/>
          </a:xfrm>
        </p:spPr>
        <p:txBody>
          <a:bodyPr>
            <a:normAutofit/>
          </a:bodyPr>
          <a:lstStyle/>
          <a:p>
            <a:pPr algn="ctr"/>
            <a:r>
              <a:rPr lang="en-US" sz="5200">
                <a:latin typeface="Verdana"/>
                <a:ea typeface="Verdana"/>
              </a:rPr>
              <a:t>Background</a:t>
            </a:r>
          </a:p>
        </p:txBody>
      </p:sp>
      <p:graphicFrame>
        <p:nvGraphicFramePr>
          <p:cNvPr id="18" name="Content Placeholder 2">
            <a:extLst>
              <a:ext uri="{FF2B5EF4-FFF2-40B4-BE49-F238E27FC236}">
                <a16:creationId xmlns:a16="http://schemas.microsoft.com/office/drawing/2014/main" id="{AFB983EC-65C2-8B5D-82E1-A3E85F76953F}"/>
              </a:ext>
            </a:extLst>
          </p:cNvPr>
          <p:cNvGraphicFramePr>
            <a:graphicFrameLocks noGrp="1"/>
          </p:cNvGraphicFramePr>
          <p:nvPr>
            <p:ph idx="1"/>
            <p:extLst>
              <p:ext uri="{D42A27DB-BD31-4B8C-83A1-F6EECF244321}">
                <p14:modId xmlns:p14="http://schemas.microsoft.com/office/powerpoint/2010/main" val="997904777"/>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DB9A771-4FBD-DF48-EB2D-F7EC1E3D92B7}"/>
              </a:ext>
            </a:extLst>
          </p:cNvPr>
          <p:cNvSpPr>
            <a:spLocks noGrp="1"/>
          </p:cNvSpPr>
          <p:nvPr>
            <p:ph type="sldNum" sz="quarter" idx="12"/>
          </p:nvPr>
        </p:nvSpPr>
        <p:spPr/>
        <p:txBody>
          <a:bodyPr/>
          <a:lstStyle/>
          <a:p>
            <a:r>
              <a:rPr lang="en-US"/>
              <a:t>JC </a:t>
            </a:r>
            <a:fld id="{3F4D5D7E-5E80-4F08-8F4D-D7D7A414CFF6}" type="slidenum">
              <a:rPr lang="en-US" smtClean="0"/>
              <a:t>3</a:t>
            </a:fld>
            <a:endParaRPr lang="en-US"/>
          </a:p>
        </p:txBody>
      </p:sp>
    </p:spTree>
    <p:extLst>
      <p:ext uri="{BB962C8B-B14F-4D97-AF65-F5344CB8AC3E}">
        <p14:creationId xmlns:p14="http://schemas.microsoft.com/office/powerpoint/2010/main" val="3298063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 name="Rectangle 12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Freeform: Shape 12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2" name="Rectangle 13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061588-0340-3757-ABF8-A05941988226}"/>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Objective</a:t>
            </a:r>
          </a:p>
        </p:txBody>
      </p:sp>
      <p:sp>
        <p:nvSpPr>
          <p:cNvPr id="5" name="Rectangle 2">
            <a:extLst>
              <a:ext uri="{FF2B5EF4-FFF2-40B4-BE49-F238E27FC236}">
                <a16:creationId xmlns:a16="http://schemas.microsoft.com/office/drawing/2014/main" id="{88617EA0-F27F-50DC-FCFA-EBF010C69BB8}"/>
              </a:ext>
            </a:extLst>
          </p:cNvPr>
          <p:cNvSpPr>
            <a:spLocks noGrp="1" noChangeArrowheads="1"/>
          </p:cNvSpPr>
          <p:nvPr>
            <p:ph idx="1"/>
          </p:nvPr>
        </p:nvSpPr>
        <p:spPr bwMode="auto">
          <a:xfrm>
            <a:off x="4504548" y="1991098"/>
            <a:ext cx="4247480" cy="3615776"/>
          </a:xfrm>
          <a:prstGeom prst="rect">
            <a:avLst/>
          </a:prstGeom>
        </p:spPr>
        <p:txBody>
          <a:bodyPr vert="horz" lIns="0" tIns="0" rIns="0" bIns="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50000"/>
              </a:lnSpc>
              <a:spcAft>
                <a:spcPts val="600"/>
              </a:spcAft>
              <a:buNone/>
            </a:pPr>
            <a:r>
              <a:rPr kumimoji="0" lang="en-US" altLang="en-US" sz="2400" b="0" i="0" u="none" strike="noStrike" cap="none" normalizeH="0" baseline="0">
                <a:ln>
                  <a:noFill/>
                </a:ln>
                <a:effectLst/>
                <a:latin typeface="Verdana" panose="020B0604030504040204" pitchFamily="34" charset="0"/>
              </a:rPr>
              <a:t>The relationship between caffeine/energy drinks with performance will be evaluated by measuring heart rate and reaction time</a:t>
            </a:r>
          </a:p>
          <a:p>
            <a:pPr marL="0" indent="0">
              <a:spcAft>
                <a:spcPts val="600"/>
              </a:spcAft>
              <a:buNone/>
            </a:pPr>
            <a:endParaRPr kumimoji="0" lang="en-US" altLang="en-US" sz="1800" b="0" i="0" u="none" strike="noStrike" cap="none" normalizeH="0" baseline="0">
              <a:ln>
                <a:noFill/>
              </a:ln>
              <a:effectLst/>
              <a:latin typeface="Verdana" panose="020B0604030504040204" pitchFamily="34" charset="0"/>
            </a:endParaRPr>
          </a:p>
        </p:txBody>
      </p:sp>
      <p:pic>
        <p:nvPicPr>
          <p:cNvPr id="18" name="Picture 17" descr="A blue and yellow can with white text&#10;&#10;AI-generated content may be incorrect.">
            <a:extLst>
              <a:ext uri="{FF2B5EF4-FFF2-40B4-BE49-F238E27FC236}">
                <a16:creationId xmlns:a16="http://schemas.microsoft.com/office/drawing/2014/main" id="{94E64E07-EC70-2B9E-4656-04BEB35D1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9502" y="1627051"/>
            <a:ext cx="3615776" cy="3615776"/>
          </a:xfrm>
          <a:prstGeom prst="rect">
            <a:avLst/>
          </a:prstGeom>
        </p:spPr>
      </p:pic>
      <p:sp>
        <p:nvSpPr>
          <p:cNvPr id="4" name="Slide Number Placeholder 3">
            <a:extLst>
              <a:ext uri="{FF2B5EF4-FFF2-40B4-BE49-F238E27FC236}">
                <a16:creationId xmlns:a16="http://schemas.microsoft.com/office/drawing/2014/main" id="{8A5E7714-C3BF-3B8C-37DC-06117B218881}"/>
              </a:ext>
            </a:extLst>
          </p:cNvPr>
          <p:cNvSpPr>
            <a:spLocks noGrp="1"/>
          </p:cNvSpPr>
          <p:nvPr>
            <p:ph type="sldNum" sz="quarter" idx="12"/>
          </p:nvPr>
        </p:nvSpPr>
        <p:spPr/>
        <p:txBody>
          <a:bodyPr/>
          <a:lstStyle/>
          <a:p>
            <a:r>
              <a:rPr lang="en-US"/>
              <a:t>NF </a:t>
            </a:r>
            <a:fld id="{3F4D5D7E-5E80-4F08-8F4D-D7D7A414CFF6}" type="slidenum">
              <a:rPr lang="en-US" smtClean="0"/>
              <a:t>4</a:t>
            </a:fld>
            <a:endParaRPr lang="en-US"/>
          </a:p>
        </p:txBody>
      </p:sp>
    </p:spTree>
    <p:extLst>
      <p:ext uri="{BB962C8B-B14F-4D97-AF65-F5344CB8AC3E}">
        <p14:creationId xmlns:p14="http://schemas.microsoft.com/office/powerpoint/2010/main" val="713201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2F9B06-3C4F-5046-37A6-D370FB3FE403}"/>
            </a:ext>
          </a:extLst>
        </p:cNvPr>
        <p:cNvGrpSpPr/>
        <p:nvPr/>
      </p:nvGrpSpPr>
      <p:grpSpPr>
        <a:xfrm>
          <a:off x="0" y="0"/>
          <a:ext cx="0" cy="0"/>
          <a:chOff x="0" y="0"/>
          <a:chExt cx="0" cy="0"/>
        </a:xfrm>
      </p:grpSpPr>
      <p:sp useBgFill="1">
        <p:nvSpPr>
          <p:cNvPr id="122" name="Rectangle 121">
            <a:extLst>
              <a:ext uri="{FF2B5EF4-FFF2-40B4-BE49-F238E27FC236}">
                <a16:creationId xmlns:a16="http://schemas.microsoft.com/office/drawing/2014/main" id="{864245E0-407A-ADB1-BF3F-D8660930D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5101C820-ECB6-73AB-3184-B9A671158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C57A6F0E-5E5E-EBCB-1E84-3A4C83BE5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4C764251-A234-FFDF-988B-3B0CE7AE5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Freeform: Shape 129">
            <a:extLst>
              <a:ext uri="{FF2B5EF4-FFF2-40B4-BE49-F238E27FC236}">
                <a16:creationId xmlns:a16="http://schemas.microsoft.com/office/drawing/2014/main" id="{6E879977-D6BD-6368-5A6B-982D03008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2" name="Rectangle 131">
            <a:extLst>
              <a:ext uri="{FF2B5EF4-FFF2-40B4-BE49-F238E27FC236}">
                <a16:creationId xmlns:a16="http://schemas.microsoft.com/office/drawing/2014/main" id="{74FD2F75-76F7-C25F-6331-6A02958B5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E58AB3-CFB6-E7B5-B26B-76D35EA389AA}"/>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Hypothesis</a:t>
            </a:r>
          </a:p>
        </p:txBody>
      </p:sp>
      <p:graphicFrame>
        <p:nvGraphicFramePr>
          <p:cNvPr id="6" name="Rectangle 1">
            <a:extLst>
              <a:ext uri="{FF2B5EF4-FFF2-40B4-BE49-F238E27FC236}">
                <a16:creationId xmlns:a16="http://schemas.microsoft.com/office/drawing/2014/main" id="{E84D39D3-03C6-BAED-548F-E89FCFB6DC85}"/>
              </a:ext>
            </a:extLst>
          </p:cNvPr>
          <p:cNvGraphicFramePr>
            <a:graphicFrameLocks noGrp="1"/>
          </p:cNvGraphicFramePr>
          <p:nvPr>
            <p:ph idx="1"/>
            <p:extLst>
              <p:ext uri="{D42A27DB-BD31-4B8C-83A1-F6EECF244321}">
                <p14:modId xmlns:p14="http://schemas.microsoft.com/office/powerpoint/2010/main" val="978260007"/>
              </p:ext>
            </p:extLst>
          </p:nvPr>
        </p:nvGraphicFramePr>
        <p:xfrm>
          <a:off x="4778128" y="984347"/>
          <a:ext cx="6752079" cy="48893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3B6F12DA-9A69-34E1-3897-E58CDC6CCD87}"/>
              </a:ext>
            </a:extLst>
          </p:cNvPr>
          <p:cNvSpPr>
            <a:spLocks noGrp="1"/>
          </p:cNvSpPr>
          <p:nvPr>
            <p:ph type="sldNum" sz="quarter" idx="12"/>
          </p:nvPr>
        </p:nvSpPr>
        <p:spPr/>
        <p:txBody>
          <a:bodyPr/>
          <a:lstStyle/>
          <a:p>
            <a:r>
              <a:rPr lang="en-US"/>
              <a:t>SD </a:t>
            </a:r>
            <a:fld id="{3F4D5D7E-5E80-4F08-8F4D-D7D7A414CFF6}" type="slidenum">
              <a:rPr lang="en-US" smtClean="0"/>
              <a:t>5</a:t>
            </a:fld>
            <a:endParaRPr lang="en-US"/>
          </a:p>
        </p:txBody>
      </p:sp>
      <p:sp>
        <p:nvSpPr>
          <p:cNvPr id="8" name="Rectangle 7">
            <a:extLst>
              <a:ext uri="{FF2B5EF4-FFF2-40B4-BE49-F238E27FC236}">
                <a16:creationId xmlns:a16="http://schemas.microsoft.com/office/drawing/2014/main" id="{113FA97A-B7FD-C6CE-A038-DF924BDA72EF}"/>
              </a:ext>
            </a:extLst>
          </p:cNvPr>
          <p:cNvSpPr/>
          <p:nvPr/>
        </p:nvSpPr>
        <p:spPr>
          <a:xfrm>
            <a:off x="11530207" y="6287205"/>
            <a:ext cx="586370" cy="25170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p>
        </p:txBody>
      </p:sp>
    </p:spTree>
    <p:extLst>
      <p:ext uri="{BB962C8B-B14F-4D97-AF65-F5344CB8AC3E}">
        <p14:creationId xmlns:p14="http://schemas.microsoft.com/office/powerpoint/2010/main" val="1182608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8B80C8-1EBB-B2A9-6E2A-D855DC52EF37}"/>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76DEA821-BD40-8930-8CA5-9AFD508DD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C5CA82D-1D6F-25B1-C8B2-39A4245D2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72FE029-2972-BE7C-6E2A-3E9A2ABB7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BBB8F51-F20D-27CB-F787-3371E6EFF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07BA886-C795-D276-5D74-BF17311A7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516C9C-BF58-CBBC-AA12-AE0267852D00}"/>
              </a:ext>
            </a:extLst>
          </p:cNvPr>
          <p:cNvSpPr>
            <a:spLocks noGrp="1"/>
          </p:cNvSpPr>
          <p:nvPr>
            <p:ph type="title"/>
          </p:nvPr>
        </p:nvSpPr>
        <p:spPr>
          <a:xfrm>
            <a:off x="1371599" y="339610"/>
            <a:ext cx="9895951" cy="1033669"/>
          </a:xfrm>
        </p:spPr>
        <p:txBody>
          <a:bodyPr>
            <a:normAutofit/>
          </a:bodyPr>
          <a:lstStyle/>
          <a:p>
            <a:r>
              <a:rPr lang="en-US" sz="5200">
                <a:solidFill>
                  <a:srgbClr val="FFFFFF"/>
                </a:solidFill>
              </a:rPr>
              <a:t>Equipment</a:t>
            </a:r>
          </a:p>
        </p:txBody>
      </p:sp>
      <p:graphicFrame>
        <p:nvGraphicFramePr>
          <p:cNvPr id="5" name="Content Placeholder 2">
            <a:extLst>
              <a:ext uri="{FF2B5EF4-FFF2-40B4-BE49-F238E27FC236}">
                <a16:creationId xmlns:a16="http://schemas.microsoft.com/office/drawing/2014/main" id="{5C170FDB-C15C-565F-8A77-EFF8F7BB7CCC}"/>
              </a:ext>
            </a:extLst>
          </p:cNvPr>
          <p:cNvGraphicFramePr>
            <a:graphicFrameLocks noGrp="1"/>
          </p:cNvGraphicFramePr>
          <p:nvPr>
            <p:ph idx="1"/>
            <p:extLst>
              <p:ext uri="{D42A27DB-BD31-4B8C-83A1-F6EECF244321}">
                <p14:modId xmlns:p14="http://schemas.microsoft.com/office/powerpoint/2010/main" val="72722110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904EF312-6D7E-07A5-AD30-A585C9C41F19}"/>
              </a:ext>
            </a:extLst>
          </p:cNvPr>
          <p:cNvSpPr>
            <a:spLocks noGrp="1"/>
          </p:cNvSpPr>
          <p:nvPr>
            <p:ph type="sldNum" sz="quarter" idx="12"/>
          </p:nvPr>
        </p:nvSpPr>
        <p:spPr/>
        <p:txBody>
          <a:bodyPr/>
          <a:lstStyle/>
          <a:p>
            <a:r>
              <a:rPr lang="en-US"/>
              <a:t>MH </a:t>
            </a:r>
            <a:fld id="{3F4D5D7E-5E80-4F08-8F4D-D7D7A414CFF6}" type="slidenum">
              <a:rPr lang="en-US" smtClean="0"/>
              <a:t>6</a:t>
            </a:fld>
            <a:endParaRPr lang="en-US"/>
          </a:p>
        </p:txBody>
      </p:sp>
    </p:spTree>
    <p:extLst>
      <p:ext uri="{BB962C8B-B14F-4D97-AF65-F5344CB8AC3E}">
        <p14:creationId xmlns:p14="http://schemas.microsoft.com/office/powerpoint/2010/main" val="586932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C55E0C-9FFA-CCDD-B902-DEBFD4582020}"/>
              </a:ext>
            </a:extLst>
          </p:cNvPr>
          <p:cNvSpPr>
            <a:spLocks noGrp="1"/>
          </p:cNvSpPr>
          <p:nvPr>
            <p:ph type="title"/>
          </p:nvPr>
        </p:nvSpPr>
        <p:spPr>
          <a:xfrm>
            <a:off x="1371599" y="339610"/>
            <a:ext cx="9895951" cy="1033669"/>
          </a:xfrm>
        </p:spPr>
        <p:txBody>
          <a:bodyPr>
            <a:normAutofit/>
          </a:bodyPr>
          <a:lstStyle/>
          <a:p>
            <a:r>
              <a:rPr lang="en-US" sz="5200">
                <a:solidFill>
                  <a:srgbClr val="FFFFFF"/>
                </a:solidFill>
              </a:rPr>
              <a:t>Methods &amp; Procedures</a:t>
            </a:r>
          </a:p>
        </p:txBody>
      </p:sp>
      <p:graphicFrame>
        <p:nvGraphicFramePr>
          <p:cNvPr id="39" name="Rectangle 3">
            <a:extLst>
              <a:ext uri="{FF2B5EF4-FFF2-40B4-BE49-F238E27FC236}">
                <a16:creationId xmlns:a16="http://schemas.microsoft.com/office/drawing/2014/main" id="{16AB3804-9C51-AE5F-CEFE-E66CA66C08AB}"/>
              </a:ext>
            </a:extLst>
          </p:cNvPr>
          <p:cNvGraphicFramePr>
            <a:graphicFrameLocks noGrp="1"/>
          </p:cNvGraphicFramePr>
          <p:nvPr>
            <p:ph idx="1"/>
            <p:extLst>
              <p:ext uri="{D42A27DB-BD31-4B8C-83A1-F6EECF244321}">
                <p14:modId xmlns:p14="http://schemas.microsoft.com/office/powerpoint/2010/main" val="3775443552"/>
              </p:ext>
            </p:extLst>
          </p:nvPr>
        </p:nvGraphicFramePr>
        <p:xfrm>
          <a:off x="694063" y="2049137"/>
          <a:ext cx="10895682" cy="39330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AE25A4FA-19A9-FA19-165E-312A4D1B4872}"/>
              </a:ext>
            </a:extLst>
          </p:cNvPr>
          <p:cNvSpPr>
            <a:spLocks noGrp="1"/>
          </p:cNvSpPr>
          <p:nvPr>
            <p:ph type="sldNum" sz="quarter" idx="12"/>
          </p:nvPr>
        </p:nvSpPr>
        <p:spPr/>
        <p:txBody>
          <a:bodyPr/>
          <a:lstStyle/>
          <a:p>
            <a:r>
              <a:rPr lang="en-US"/>
              <a:t>MH </a:t>
            </a:r>
            <a:fld id="{3F4D5D7E-5E80-4F08-8F4D-D7D7A414CFF6}" type="slidenum">
              <a:rPr lang="en-US" smtClean="0"/>
              <a:t>7</a:t>
            </a:fld>
            <a:endParaRPr lang="en-US"/>
          </a:p>
        </p:txBody>
      </p:sp>
    </p:spTree>
    <p:extLst>
      <p:ext uri="{BB962C8B-B14F-4D97-AF65-F5344CB8AC3E}">
        <p14:creationId xmlns:p14="http://schemas.microsoft.com/office/powerpoint/2010/main" val="1230847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3DDD116-DAD2-AFAB-895A-538AD736C20E}"/>
              </a:ext>
            </a:extLst>
          </p:cNvPr>
          <p:cNvSpPr>
            <a:spLocks noGrp="1"/>
          </p:cNvSpPr>
          <p:nvPr>
            <p:ph type="title"/>
          </p:nvPr>
        </p:nvSpPr>
        <p:spPr>
          <a:xfrm>
            <a:off x="807490" y="2481220"/>
            <a:ext cx="2880828" cy="1528849"/>
          </a:xfrm>
        </p:spPr>
        <p:txBody>
          <a:bodyPr vert="horz" lIns="91440" tIns="45720" rIns="91440" bIns="45720" rtlCol="0" anchor="t">
            <a:normAutofit/>
          </a:bodyPr>
          <a:lstStyle/>
          <a:p>
            <a:r>
              <a:rPr lang="en-US" sz="5200" kern="1200">
                <a:solidFill>
                  <a:srgbClr val="FFFFFF"/>
                </a:solidFill>
              </a:rPr>
              <a:t>Data Sheet</a:t>
            </a:r>
          </a:p>
        </p:txBody>
      </p:sp>
      <p:pic>
        <p:nvPicPr>
          <p:cNvPr id="5" name="Picture 4">
            <a:extLst>
              <a:ext uri="{FF2B5EF4-FFF2-40B4-BE49-F238E27FC236}">
                <a16:creationId xmlns:a16="http://schemas.microsoft.com/office/drawing/2014/main" id="{6A20E212-E0ED-934B-88A2-627C8CC8F757}"/>
              </a:ext>
            </a:extLst>
          </p:cNvPr>
          <p:cNvPicPr>
            <a:picLocks noChangeAspect="1"/>
          </p:cNvPicPr>
          <p:nvPr/>
        </p:nvPicPr>
        <p:blipFill>
          <a:blip r:embed="rId3"/>
          <a:stretch>
            <a:fillRect/>
          </a:stretch>
        </p:blipFill>
        <p:spPr>
          <a:xfrm>
            <a:off x="6292850" y="710014"/>
            <a:ext cx="4170130" cy="5437972"/>
          </a:xfrm>
          <a:prstGeom prst="rect">
            <a:avLst/>
          </a:prstGeom>
          <a:ln>
            <a:solidFill>
              <a:schemeClr val="tx1"/>
            </a:solidFill>
          </a:ln>
        </p:spPr>
      </p:pic>
      <p:sp>
        <p:nvSpPr>
          <p:cNvPr id="6" name="Slide Number Placeholder 5">
            <a:extLst>
              <a:ext uri="{FF2B5EF4-FFF2-40B4-BE49-F238E27FC236}">
                <a16:creationId xmlns:a16="http://schemas.microsoft.com/office/drawing/2014/main" id="{5ACB0405-C338-0018-5A02-C760A8A6705D}"/>
              </a:ext>
            </a:extLst>
          </p:cNvPr>
          <p:cNvSpPr>
            <a:spLocks noGrp="1"/>
          </p:cNvSpPr>
          <p:nvPr>
            <p:ph type="sldNum" sz="quarter" idx="12"/>
          </p:nvPr>
        </p:nvSpPr>
        <p:spPr/>
        <p:txBody>
          <a:bodyPr/>
          <a:lstStyle/>
          <a:p>
            <a:r>
              <a:rPr lang="en-US"/>
              <a:t>MH </a:t>
            </a:r>
            <a:fld id="{3F4D5D7E-5E80-4F08-8F4D-D7D7A414CFF6}" type="slidenum">
              <a:rPr lang="en-US" smtClean="0"/>
              <a:t>8</a:t>
            </a:fld>
            <a:endParaRPr lang="en-US"/>
          </a:p>
        </p:txBody>
      </p:sp>
    </p:spTree>
    <p:extLst>
      <p:ext uri="{BB962C8B-B14F-4D97-AF65-F5344CB8AC3E}">
        <p14:creationId xmlns:p14="http://schemas.microsoft.com/office/powerpoint/2010/main" val="3837508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026C59-B7CC-3105-40FA-E681028C9727}"/>
              </a:ext>
            </a:extLst>
          </p:cNvPr>
          <p:cNvSpPr>
            <a:spLocks noGrp="1"/>
          </p:cNvSpPr>
          <p:nvPr>
            <p:ph type="title"/>
          </p:nvPr>
        </p:nvSpPr>
        <p:spPr>
          <a:xfrm>
            <a:off x="699713" y="248038"/>
            <a:ext cx="10238363" cy="1159200"/>
          </a:xfrm>
        </p:spPr>
        <p:txBody>
          <a:bodyPr vert="horz" lIns="91440" tIns="45720" rIns="91440" bIns="45720" rtlCol="0" anchor="ctr">
            <a:noAutofit/>
          </a:bodyPr>
          <a:lstStyle/>
          <a:p>
            <a:r>
              <a:rPr lang="en-US" sz="5200" kern="1200">
                <a:solidFill>
                  <a:srgbClr val="FFFFFF"/>
                </a:solidFill>
                <a:latin typeface="+mj-lt"/>
                <a:ea typeface="+mj-ea"/>
                <a:cs typeface="+mj-cs"/>
              </a:rPr>
              <a:t>Data: Reaction Time Mean Values</a:t>
            </a:r>
          </a:p>
        </p:txBody>
      </p:sp>
      <p:pic>
        <p:nvPicPr>
          <p:cNvPr id="11" name="Picture 10">
            <a:extLst>
              <a:ext uri="{FF2B5EF4-FFF2-40B4-BE49-F238E27FC236}">
                <a16:creationId xmlns:a16="http://schemas.microsoft.com/office/drawing/2014/main" id="{67E788AD-E1D0-65B9-BCA2-0B408BF0CD0B}"/>
              </a:ext>
            </a:extLst>
          </p:cNvPr>
          <p:cNvPicPr>
            <a:picLocks noChangeAspect="1"/>
          </p:cNvPicPr>
          <p:nvPr/>
        </p:nvPicPr>
        <p:blipFill rotWithShape="1">
          <a:blip r:embed="rId3">
            <a:extLst>
              <a:ext uri="{28A0092B-C50C-407E-A947-70E740481C1C}">
                <a14:useLocalDpi xmlns:a14="http://schemas.microsoft.com/office/drawing/2010/main" val="0"/>
              </a:ext>
            </a:extLst>
          </a:blip>
          <a:srcRect l="2785" t="5386" r="3798" b="7647"/>
          <a:stretch>
            <a:fillRect/>
          </a:stretch>
        </p:blipFill>
        <p:spPr>
          <a:xfrm>
            <a:off x="1960474" y="1932409"/>
            <a:ext cx="7716840" cy="3921159"/>
          </a:xfrm>
          <a:prstGeom prst="rect">
            <a:avLst/>
          </a:prstGeom>
        </p:spPr>
      </p:pic>
      <p:sp>
        <p:nvSpPr>
          <p:cNvPr id="13" name="Right Brace 12">
            <a:extLst>
              <a:ext uri="{FF2B5EF4-FFF2-40B4-BE49-F238E27FC236}">
                <a16:creationId xmlns:a16="http://schemas.microsoft.com/office/drawing/2014/main" id="{EC045113-6DCF-AB0E-24FE-4CEC5E8FFD8C}"/>
              </a:ext>
            </a:extLst>
          </p:cNvPr>
          <p:cNvSpPr/>
          <p:nvPr/>
        </p:nvSpPr>
        <p:spPr>
          <a:xfrm>
            <a:off x="9677314" y="2543329"/>
            <a:ext cx="432124" cy="331023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1BCE0F7E-73E7-7121-DF06-4E2D5DC6FF37}"/>
              </a:ext>
            </a:extLst>
          </p:cNvPr>
          <p:cNvSpPr txBox="1"/>
          <p:nvPr/>
        </p:nvSpPr>
        <p:spPr>
          <a:xfrm>
            <a:off x="10109438" y="3875282"/>
            <a:ext cx="1554867" cy="646331"/>
          </a:xfrm>
          <a:prstGeom prst="rect">
            <a:avLst/>
          </a:prstGeom>
          <a:noFill/>
        </p:spPr>
        <p:txBody>
          <a:bodyPr wrap="square" rtlCol="0">
            <a:spAutoFit/>
          </a:bodyPr>
          <a:lstStyle/>
          <a:p>
            <a:r>
              <a:rPr lang="en-US">
                <a:latin typeface="Verdana" panose="020B0604030504040204" pitchFamily="34" charset="0"/>
                <a:ea typeface="Verdana" panose="020B0604030504040204" pitchFamily="34" charset="0"/>
                <a:cs typeface="Verdana" panose="020B0604030504040204" pitchFamily="34" charset="0"/>
              </a:rPr>
              <a:t>Decrease of ~34 </a:t>
            </a:r>
            <a:r>
              <a:rPr lang="en-US" err="1">
                <a:latin typeface="Verdana" panose="020B0604030504040204" pitchFamily="34" charset="0"/>
                <a:ea typeface="Verdana" panose="020B0604030504040204" pitchFamily="34" charset="0"/>
                <a:cs typeface="Verdana" panose="020B0604030504040204" pitchFamily="34" charset="0"/>
              </a:rPr>
              <a:t>ms</a:t>
            </a:r>
            <a:endParaRPr lang="en-US">
              <a:latin typeface="Verdana" panose="020B0604030504040204" pitchFamily="34" charset="0"/>
              <a:ea typeface="Verdana" panose="020B0604030504040204" pitchFamily="34" charset="0"/>
              <a:cs typeface="Verdana" panose="020B0604030504040204" pitchFamily="34" charset="0"/>
            </a:endParaRPr>
          </a:p>
        </p:txBody>
      </p:sp>
      <p:sp>
        <p:nvSpPr>
          <p:cNvPr id="3" name="Slide Number Placeholder 2">
            <a:extLst>
              <a:ext uri="{FF2B5EF4-FFF2-40B4-BE49-F238E27FC236}">
                <a16:creationId xmlns:a16="http://schemas.microsoft.com/office/drawing/2014/main" id="{B1672193-9431-0441-AF6F-1A624B5C2BC8}"/>
              </a:ext>
            </a:extLst>
          </p:cNvPr>
          <p:cNvSpPr>
            <a:spLocks noGrp="1"/>
          </p:cNvSpPr>
          <p:nvPr>
            <p:ph type="sldNum" sz="quarter" idx="12"/>
          </p:nvPr>
        </p:nvSpPr>
        <p:spPr/>
        <p:txBody>
          <a:bodyPr/>
          <a:lstStyle/>
          <a:p>
            <a:r>
              <a:rPr lang="en-US"/>
              <a:t>NF </a:t>
            </a:r>
            <a:fld id="{3F4D5D7E-5E80-4F08-8F4D-D7D7A414CFF6}" type="slidenum">
              <a:rPr lang="en-US" smtClean="0"/>
              <a:t>9</a:t>
            </a:fld>
            <a:endParaRPr lang="en-US"/>
          </a:p>
        </p:txBody>
      </p:sp>
    </p:spTree>
    <p:extLst>
      <p:ext uri="{BB962C8B-B14F-4D97-AF65-F5344CB8AC3E}">
        <p14:creationId xmlns:p14="http://schemas.microsoft.com/office/powerpoint/2010/main" val="349149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C5E84C8-BF43-2DDD-0650-52329A84E365}"/>
              </a:ext>
            </a:extLst>
          </p:cNvPr>
          <p:cNvSpPr>
            <a:spLocks noGrp="1"/>
          </p:cNvSpPr>
          <p:nvPr>
            <p:ph type="title"/>
          </p:nvPr>
        </p:nvSpPr>
        <p:spPr>
          <a:xfrm>
            <a:off x="578888" y="2696988"/>
            <a:ext cx="2880828" cy="2374237"/>
          </a:xfrm>
        </p:spPr>
        <p:txBody>
          <a:bodyPr vert="horz" lIns="91440" tIns="45720" rIns="91440" bIns="45720" rtlCol="0" anchor="t">
            <a:normAutofit/>
          </a:bodyPr>
          <a:lstStyle/>
          <a:p>
            <a:r>
              <a:rPr lang="en-US" sz="5200" kern="1200">
                <a:solidFill>
                  <a:srgbClr val="FFFFFF"/>
                </a:solidFill>
              </a:rPr>
              <a:t>Data: RT Graph</a:t>
            </a:r>
          </a:p>
        </p:txBody>
      </p:sp>
      <p:sp>
        <p:nvSpPr>
          <p:cNvPr id="4" name="Slide Number Placeholder 3">
            <a:extLst>
              <a:ext uri="{FF2B5EF4-FFF2-40B4-BE49-F238E27FC236}">
                <a16:creationId xmlns:a16="http://schemas.microsoft.com/office/drawing/2014/main" id="{8E2A31E9-90E2-DC59-EAB2-155918DF6B1D}"/>
              </a:ext>
            </a:extLst>
          </p:cNvPr>
          <p:cNvSpPr>
            <a:spLocks noGrp="1"/>
          </p:cNvSpPr>
          <p:nvPr>
            <p:ph type="sldNum" sz="quarter" idx="12"/>
          </p:nvPr>
        </p:nvSpPr>
        <p:spPr/>
        <p:txBody>
          <a:bodyPr/>
          <a:lstStyle/>
          <a:p>
            <a:r>
              <a:rPr lang="en-US"/>
              <a:t>NF </a:t>
            </a:r>
            <a:fld id="{3F4D5D7E-5E80-4F08-8F4D-D7D7A414CFF6}" type="slidenum">
              <a:rPr lang="en-US" smtClean="0"/>
              <a:t>10</a:t>
            </a:fld>
            <a:endParaRPr lang="en-US"/>
          </a:p>
        </p:txBody>
      </p:sp>
      <p:pic>
        <p:nvPicPr>
          <p:cNvPr id="6" name="Picture 5">
            <a:extLst>
              <a:ext uri="{FF2B5EF4-FFF2-40B4-BE49-F238E27FC236}">
                <a16:creationId xmlns:a16="http://schemas.microsoft.com/office/drawing/2014/main" id="{336EFE46-4548-1854-27E1-E55A3BDCAD9A}"/>
              </a:ext>
            </a:extLst>
          </p:cNvPr>
          <p:cNvPicPr>
            <a:picLocks noChangeAspect="1"/>
          </p:cNvPicPr>
          <p:nvPr/>
        </p:nvPicPr>
        <p:blipFill>
          <a:blip r:embed="rId3"/>
          <a:stretch>
            <a:fillRect/>
          </a:stretch>
        </p:blipFill>
        <p:spPr>
          <a:xfrm>
            <a:off x="4635115" y="1418512"/>
            <a:ext cx="7168708" cy="4020545"/>
          </a:xfrm>
          <a:prstGeom prst="rect">
            <a:avLst/>
          </a:prstGeom>
        </p:spPr>
      </p:pic>
    </p:spTree>
    <p:extLst>
      <p:ext uri="{BB962C8B-B14F-4D97-AF65-F5344CB8AC3E}">
        <p14:creationId xmlns:p14="http://schemas.microsoft.com/office/powerpoint/2010/main" val="2943127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3B89F0-8DA0-F4E5-D7A1-8DB39D7489E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7DE5-C670-F4A1-804A-AE2B218C7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37895F9-1421-11AB-1A25-86DC900CF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29B8B69-7676-95A1-F1AE-5B777ABCC7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9711B96-D497-F020-9E17-A53A7DC328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C12FD5-85E0-4427-BADB-A558A460D20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Data: </a:t>
            </a:r>
            <a:r>
              <a:rPr lang="en-US" sz="4000">
                <a:solidFill>
                  <a:srgbClr val="FFFFFF"/>
                </a:solidFill>
                <a:latin typeface="+mj-lt"/>
                <a:ea typeface="+mj-ea"/>
                <a:cs typeface="+mj-cs"/>
              </a:rPr>
              <a:t>Heart Rate Mean Values</a:t>
            </a:r>
            <a:endParaRPr lang="en-US" sz="4000" kern="1200">
              <a:solidFill>
                <a:srgbClr val="FFFFFF"/>
              </a:solidFill>
              <a:latin typeface="+mj-lt"/>
              <a:ea typeface="+mj-ea"/>
              <a:cs typeface="+mj-cs"/>
            </a:endParaRPr>
          </a:p>
        </p:txBody>
      </p:sp>
      <p:pic>
        <p:nvPicPr>
          <p:cNvPr id="3" name="Content Placeholder 5">
            <a:extLst>
              <a:ext uri="{FF2B5EF4-FFF2-40B4-BE49-F238E27FC236}">
                <a16:creationId xmlns:a16="http://schemas.microsoft.com/office/drawing/2014/main" id="{69895830-1C52-4808-BC7B-100F9F3A0AF8}"/>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2019" t="4922" r="2935" b="5843"/>
          <a:stretch>
            <a:fillRect/>
          </a:stretch>
        </p:blipFill>
        <p:spPr>
          <a:xfrm>
            <a:off x="1656891" y="2081026"/>
            <a:ext cx="8041396" cy="4014578"/>
          </a:xfrm>
        </p:spPr>
      </p:pic>
      <p:sp>
        <p:nvSpPr>
          <p:cNvPr id="5" name="TextBox 4">
            <a:extLst>
              <a:ext uri="{FF2B5EF4-FFF2-40B4-BE49-F238E27FC236}">
                <a16:creationId xmlns:a16="http://schemas.microsoft.com/office/drawing/2014/main" id="{EAD8505C-E7E5-8B6E-05AA-1441342412A8}"/>
              </a:ext>
            </a:extLst>
          </p:cNvPr>
          <p:cNvSpPr txBox="1"/>
          <p:nvPr/>
        </p:nvSpPr>
        <p:spPr>
          <a:xfrm>
            <a:off x="10411442" y="4128206"/>
            <a:ext cx="1551008" cy="646331"/>
          </a:xfrm>
          <a:prstGeom prst="rect">
            <a:avLst/>
          </a:prstGeom>
          <a:noFill/>
        </p:spPr>
        <p:txBody>
          <a:bodyPr wrap="square" rtlCol="0">
            <a:spAutoFit/>
          </a:bodyPr>
          <a:lstStyle/>
          <a:p>
            <a:r>
              <a:rPr lang="en-US">
                <a:latin typeface="Verdana" panose="020B0604030504040204" pitchFamily="34" charset="0"/>
                <a:ea typeface="Verdana" panose="020B0604030504040204" pitchFamily="34" charset="0"/>
                <a:cs typeface="Verdana" panose="020B0604030504040204" pitchFamily="34" charset="0"/>
              </a:rPr>
              <a:t>Increase of ~6 bpm</a:t>
            </a:r>
          </a:p>
        </p:txBody>
      </p:sp>
      <p:sp>
        <p:nvSpPr>
          <p:cNvPr id="6" name="Right Brace 5">
            <a:extLst>
              <a:ext uri="{FF2B5EF4-FFF2-40B4-BE49-F238E27FC236}">
                <a16:creationId xmlns:a16="http://schemas.microsoft.com/office/drawing/2014/main" id="{E8906736-9B74-BA21-9C6F-28FD6E2C7684}"/>
              </a:ext>
            </a:extLst>
          </p:cNvPr>
          <p:cNvSpPr/>
          <p:nvPr/>
        </p:nvSpPr>
        <p:spPr>
          <a:xfrm>
            <a:off x="9736267" y="2807140"/>
            <a:ext cx="445625" cy="3288464"/>
          </a:xfrm>
          <a:prstGeom prst="rightBrace">
            <a:avLst>
              <a:gd name="adj1" fmla="val 0"/>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C587E0AC-FA32-BD75-98D0-C7D229B48D96}"/>
              </a:ext>
            </a:extLst>
          </p:cNvPr>
          <p:cNvSpPr>
            <a:spLocks noGrp="1"/>
          </p:cNvSpPr>
          <p:nvPr>
            <p:ph type="sldNum" sz="quarter" idx="12"/>
          </p:nvPr>
        </p:nvSpPr>
        <p:spPr/>
        <p:txBody>
          <a:bodyPr/>
          <a:lstStyle/>
          <a:p>
            <a:r>
              <a:rPr lang="en-US"/>
              <a:t>NF </a:t>
            </a:r>
            <a:fld id="{3F4D5D7E-5E80-4F08-8F4D-D7D7A414CFF6}" type="slidenum">
              <a:rPr lang="en-US" smtClean="0"/>
              <a:t>11</a:t>
            </a:fld>
            <a:endParaRPr lang="en-US"/>
          </a:p>
        </p:txBody>
      </p:sp>
    </p:spTree>
    <p:extLst>
      <p:ext uri="{BB962C8B-B14F-4D97-AF65-F5344CB8AC3E}">
        <p14:creationId xmlns:p14="http://schemas.microsoft.com/office/powerpoint/2010/main" val="247449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E7EF9DA-1992-D0C1-8EDF-55D643FF3797}"/>
              </a:ext>
            </a:extLst>
          </p:cNvPr>
          <p:cNvSpPr>
            <a:spLocks noGrp="1"/>
          </p:cNvSpPr>
          <p:nvPr>
            <p:ph type="title"/>
          </p:nvPr>
        </p:nvSpPr>
        <p:spPr>
          <a:xfrm>
            <a:off x="660041" y="2767106"/>
            <a:ext cx="2880828" cy="2305226"/>
          </a:xfrm>
        </p:spPr>
        <p:txBody>
          <a:bodyPr vert="horz" lIns="91440" tIns="45720" rIns="91440" bIns="45720" rtlCol="0" anchor="t">
            <a:normAutofit/>
          </a:bodyPr>
          <a:lstStyle/>
          <a:p>
            <a:r>
              <a:rPr lang="en-US" sz="5200" kern="1200">
                <a:solidFill>
                  <a:srgbClr val="FFFFFF"/>
                </a:solidFill>
              </a:rPr>
              <a:t>Data: HR Graph</a:t>
            </a:r>
          </a:p>
        </p:txBody>
      </p:sp>
      <p:sp>
        <p:nvSpPr>
          <p:cNvPr id="3" name="Slide Number Placeholder 2">
            <a:extLst>
              <a:ext uri="{FF2B5EF4-FFF2-40B4-BE49-F238E27FC236}">
                <a16:creationId xmlns:a16="http://schemas.microsoft.com/office/drawing/2014/main" id="{2E97465D-19E4-287A-760B-2B6B7103C52C}"/>
              </a:ext>
            </a:extLst>
          </p:cNvPr>
          <p:cNvSpPr>
            <a:spLocks noGrp="1"/>
          </p:cNvSpPr>
          <p:nvPr>
            <p:ph type="sldNum" sz="quarter" idx="12"/>
          </p:nvPr>
        </p:nvSpPr>
        <p:spPr/>
        <p:txBody>
          <a:bodyPr/>
          <a:lstStyle/>
          <a:p>
            <a:r>
              <a:rPr lang="en-US"/>
              <a:t>NF </a:t>
            </a:r>
            <a:fld id="{3F4D5D7E-5E80-4F08-8F4D-D7D7A414CFF6}" type="slidenum">
              <a:rPr lang="en-US" smtClean="0"/>
              <a:t>12</a:t>
            </a:fld>
            <a:endParaRPr lang="en-US"/>
          </a:p>
        </p:txBody>
      </p:sp>
      <p:pic>
        <p:nvPicPr>
          <p:cNvPr id="6" name="Picture 5">
            <a:extLst>
              <a:ext uri="{FF2B5EF4-FFF2-40B4-BE49-F238E27FC236}">
                <a16:creationId xmlns:a16="http://schemas.microsoft.com/office/drawing/2014/main" id="{8553F070-4199-1C28-17D2-7217AFD61147}"/>
              </a:ext>
            </a:extLst>
          </p:cNvPr>
          <p:cNvPicPr>
            <a:picLocks noChangeAspect="1"/>
          </p:cNvPicPr>
          <p:nvPr/>
        </p:nvPicPr>
        <p:blipFill>
          <a:blip r:embed="rId3"/>
          <a:stretch>
            <a:fillRect/>
          </a:stretch>
        </p:blipFill>
        <p:spPr>
          <a:xfrm>
            <a:off x="4664356" y="1502949"/>
            <a:ext cx="6867603" cy="3851672"/>
          </a:xfrm>
          <a:prstGeom prst="rect">
            <a:avLst/>
          </a:prstGeom>
        </p:spPr>
      </p:pic>
    </p:spTree>
    <p:extLst>
      <p:ext uri="{BB962C8B-B14F-4D97-AF65-F5344CB8AC3E}">
        <p14:creationId xmlns:p14="http://schemas.microsoft.com/office/powerpoint/2010/main" val="15284547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2820F7-4C0D-39EA-E670-F30752A4154A}"/>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7" name="Rectangle 16">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FF69072-F4AB-BD9D-9E0F-17ACC4BF2E58}"/>
              </a:ext>
            </a:extLst>
          </p:cNvPr>
          <p:cNvSpPr>
            <a:spLocks noGrp="1"/>
          </p:cNvSpPr>
          <p:nvPr>
            <p:ph type="title"/>
          </p:nvPr>
        </p:nvSpPr>
        <p:spPr>
          <a:xfrm>
            <a:off x="1371598" y="319314"/>
            <a:ext cx="9477377" cy="1030515"/>
          </a:xfrm>
        </p:spPr>
        <p:txBody>
          <a:bodyPr vert="horz" lIns="91440" tIns="45720" rIns="91440" bIns="45720" rtlCol="0" anchor="ctr">
            <a:normAutofit/>
          </a:bodyPr>
          <a:lstStyle/>
          <a:p>
            <a:r>
              <a:rPr lang="en-US" sz="4000">
                <a:solidFill>
                  <a:srgbClr val="FFFFFF"/>
                </a:solidFill>
                <a:latin typeface="+mj-lt"/>
                <a:ea typeface="+mj-ea"/>
                <a:cs typeface="+mj-cs"/>
              </a:rPr>
              <a:t>Statistical Significance Analysis: HR</a:t>
            </a:r>
          </a:p>
        </p:txBody>
      </p:sp>
      <p:pic>
        <p:nvPicPr>
          <p:cNvPr id="4" name="Picture 3">
            <a:extLst>
              <a:ext uri="{FF2B5EF4-FFF2-40B4-BE49-F238E27FC236}">
                <a16:creationId xmlns:a16="http://schemas.microsoft.com/office/drawing/2014/main" id="{57117D35-119A-C0BB-0121-B5D261C6F0D7}"/>
              </a:ext>
            </a:extLst>
          </p:cNvPr>
          <p:cNvPicPr>
            <a:picLocks noChangeAspect="1"/>
          </p:cNvPicPr>
          <p:nvPr/>
        </p:nvPicPr>
        <p:blipFill>
          <a:blip r:embed="rId3"/>
          <a:stretch>
            <a:fillRect/>
          </a:stretch>
        </p:blipFill>
        <p:spPr>
          <a:xfrm>
            <a:off x="355597" y="2122232"/>
            <a:ext cx="9014419" cy="3394148"/>
          </a:xfrm>
          <a:prstGeom prst="rect">
            <a:avLst/>
          </a:prstGeom>
        </p:spPr>
      </p:pic>
      <p:sp>
        <p:nvSpPr>
          <p:cNvPr id="9" name="TextBox 8">
            <a:extLst>
              <a:ext uri="{FF2B5EF4-FFF2-40B4-BE49-F238E27FC236}">
                <a16:creationId xmlns:a16="http://schemas.microsoft.com/office/drawing/2014/main" id="{B5A6CD61-CA26-0CDA-BDDB-05CDC2C77F73}"/>
              </a:ext>
            </a:extLst>
          </p:cNvPr>
          <p:cNvSpPr txBox="1"/>
          <p:nvPr/>
        </p:nvSpPr>
        <p:spPr>
          <a:xfrm>
            <a:off x="9486895" y="3524099"/>
            <a:ext cx="2569281" cy="138526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a:t>p value: 0.043</a:t>
            </a:r>
          </a:p>
          <a:p>
            <a:pPr indent="-228600">
              <a:lnSpc>
                <a:spcPct val="90000"/>
              </a:lnSpc>
              <a:spcAft>
                <a:spcPts val="600"/>
              </a:spcAft>
              <a:buFont typeface="Arial" panose="020B0604020202020204" pitchFamily="34" charset="0"/>
              <a:buChar char="•"/>
            </a:pPr>
            <a:r>
              <a:rPr lang="en-US" sz="1400"/>
              <a:t>⍺ = 0.05</a:t>
            </a:r>
          </a:p>
          <a:p>
            <a:pPr indent="-228600">
              <a:lnSpc>
                <a:spcPct val="90000"/>
              </a:lnSpc>
              <a:spcAft>
                <a:spcPts val="600"/>
              </a:spcAft>
              <a:buFont typeface="Arial" panose="020B0604020202020204" pitchFamily="34" charset="0"/>
              <a:buChar char="•"/>
            </a:pPr>
            <a:r>
              <a:rPr lang="en-US" sz="1400"/>
              <a:t>0.043 &lt; 0.05 </a:t>
            </a:r>
          </a:p>
          <a:p>
            <a:pPr indent="-228600">
              <a:lnSpc>
                <a:spcPct val="90000"/>
              </a:lnSpc>
              <a:spcAft>
                <a:spcPts val="600"/>
              </a:spcAft>
              <a:buFont typeface="Arial" panose="020B0604020202020204" pitchFamily="34" charset="0"/>
              <a:buChar char="•"/>
            </a:pPr>
            <a:endParaRPr lang="en-US" sz="1400"/>
          </a:p>
          <a:p>
            <a:pPr indent="-228600">
              <a:lnSpc>
                <a:spcPct val="90000"/>
              </a:lnSpc>
              <a:spcAft>
                <a:spcPts val="600"/>
              </a:spcAft>
              <a:buFont typeface="Arial" panose="020B0604020202020204" pitchFamily="34" charset="0"/>
              <a:buChar char="•"/>
            </a:pPr>
            <a:r>
              <a:rPr lang="en-US" sz="1400"/>
              <a:t>Reject null hypothesis</a:t>
            </a:r>
          </a:p>
        </p:txBody>
      </p:sp>
      <p:sp>
        <p:nvSpPr>
          <p:cNvPr id="7" name="Rectangle 6">
            <a:extLst>
              <a:ext uri="{FF2B5EF4-FFF2-40B4-BE49-F238E27FC236}">
                <a16:creationId xmlns:a16="http://schemas.microsoft.com/office/drawing/2014/main" id="{D4A5C6F8-E43A-F602-7847-A568E8D96A2E}"/>
              </a:ext>
            </a:extLst>
          </p:cNvPr>
          <p:cNvSpPr/>
          <p:nvPr/>
        </p:nvSpPr>
        <p:spPr>
          <a:xfrm>
            <a:off x="9370016" y="2125910"/>
            <a:ext cx="4313131" cy="1272663"/>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latin typeface="Verdana" panose="020B0604030504040204" pitchFamily="34" charset="0"/>
              <a:ea typeface="Verdana" panose="020B0604030504040204" pitchFamily="34" charset="0"/>
              <a:cs typeface="Verdana" panose="020B0604030504040204" pitchFamily="34" charset="0"/>
            </a:endParaRPr>
          </a:p>
        </p:txBody>
      </p:sp>
      <p:sp>
        <p:nvSpPr>
          <p:cNvPr id="8" name="TextBox 7">
            <a:extLst>
              <a:ext uri="{FF2B5EF4-FFF2-40B4-BE49-F238E27FC236}">
                <a16:creationId xmlns:a16="http://schemas.microsoft.com/office/drawing/2014/main" id="{EBB25C0E-3FC5-AAD9-C585-FE9653804D71}"/>
              </a:ext>
            </a:extLst>
          </p:cNvPr>
          <p:cNvSpPr txBox="1"/>
          <p:nvPr/>
        </p:nvSpPr>
        <p:spPr>
          <a:xfrm>
            <a:off x="9486895" y="2194172"/>
            <a:ext cx="2156567" cy="127266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defTabSz="1103249">
              <a:spcBef>
                <a:spcPct val="0"/>
              </a:spcBef>
              <a:spcAft>
                <a:spcPct val="35000"/>
              </a:spcAft>
            </a:pPr>
            <a:r>
              <a:rPr lang="en-US" sz="2482"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𝐻</a:t>
            </a:r>
            <a:r>
              <a:rPr lang="en-US" sz="2482"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0</a:t>
            </a:r>
            <a:r>
              <a:rPr lang="en-US" sz="2482"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 𝜇</a:t>
            </a:r>
            <a:r>
              <a:rPr lang="en-US" sz="2482"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𝑤 </a:t>
            </a:r>
            <a:r>
              <a:rPr lang="en-US" sz="2482"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 𝜇</a:t>
            </a:r>
            <a:r>
              <a:rPr lang="en-US" sz="2482"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𝑐𝑎𝑓𝑓</a:t>
            </a:r>
            <a:endParaRPr lang="en-US" sz="2482" kern="1200">
              <a:solidFill>
                <a:schemeClr val="tx1">
                  <a:hueOff val="0"/>
                  <a:satOff val="0"/>
                  <a:lumOff val="0"/>
                  <a:alphaOff val="0"/>
                </a:schemeClr>
              </a:solidFill>
              <a:latin typeface="Verdana" panose="020B0604030504040204" pitchFamily="34" charset="0"/>
              <a:ea typeface="Verdana" panose="020B0604030504040204" pitchFamily="34" charset="0"/>
              <a:cs typeface="+mn-cs"/>
            </a:endParaRPr>
          </a:p>
          <a:p>
            <a:pPr defTabSz="1103249">
              <a:spcBef>
                <a:spcPct val="0"/>
              </a:spcBef>
              <a:spcAft>
                <a:spcPct val="35000"/>
              </a:spcAft>
            </a:pPr>
            <a:r>
              <a:rPr lang="en-US" sz="2482"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𝐻</a:t>
            </a:r>
            <a:r>
              <a:rPr lang="en-US" sz="2482"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1</a:t>
            </a:r>
            <a:r>
              <a:rPr lang="en-US" sz="2482"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 𝜇</a:t>
            </a:r>
            <a:r>
              <a:rPr lang="en-US" sz="2482"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𝑤 </a:t>
            </a:r>
            <a:r>
              <a:rPr lang="en-US" sz="2482"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&lt; 𝜇</a:t>
            </a:r>
            <a:r>
              <a:rPr lang="en-US" sz="2482"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𝑐𝑎𝑓𝑓</a:t>
            </a:r>
            <a:endParaRPr lang="en-US" sz="1700" kern="1200">
              <a:latin typeface="Verdana" panose="020B0604030504040204" pitchFamily="34" charset="0"/>
              <a:ea typeface="Verdana" panose="020B0604030504040204" pitchFamily="34" charset="0"/>
              <a:cs typeface="Verdana" panose="020B0604030504040204" pitchFamily="34" charset="0"/>
            </a:endParaRPr>
          </a:p>
        </p:txBody>
      </p:sp>
      <p:sp>
        <p:nvSpPr>
          <p:cNvPr id="3" name="Slide Number Placeholder 2">
            <a:extLst>
              <a:ext uri="{FF2B5EF4-FFF2-40B4-BE49-F238E27FC236}">
                <a16:creationId xmlns:a16="http://schemas.microsoft.com/office/drawing/2014/main" id="{D2B8CB07-6524-5BD6-A91E-5CEAEA1963B8}"/>
              </a:ext>
            </a:extLst>
          </p:cNvPr>
          <p:cNvSpPr>
            <a:spLocks noGrp="1"/>
          </p:cNvSpPr>
          <p:nvPr>
            <p:ph type="sldNum" sz="quarter" idx="12"/>
          </p:nvPr>
        </p:nvSpPr>
        <p:spPr/>
        <p:txBody>
          <a:bodyPr/>
          <a:lstStyle/>
          <a:p>
            <a:r>
              <a:rPr lang="en-US"/>
              <a:t>SD </a:t>
            </a:r>
            <a:fld id="{3F4D5D7E-5E80-4F08-8F4D-D7D7A414CFF6}" type="slidenum">
              <a:rPr lang="en-US" smtClean="0"/>
              <a:t>13</a:t>
            </a:fld>
            <a:endParaRPr lang="en-US"/>
          </a:p>
        </p:txBody>
      </p:sp>
    </p:spTree>
    <p:extLst>
      <p:ext uri="{BB962C8B-B14F-4D97-AF65-F5344CB8AC3E}">
        <p14:creationId xmlns:p14="http://schemas.microsoft.com/office/powerpoint/2010/main" val="4078805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FCE13E-1EA7-E15D-76DD-786563B4942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7" name="Rectangle 16">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39D8AF9-BBB4-AD6D-5A9B-6DF2F2A882B7}"/>
              </a:ext>
            </a:extLst>
          </p:cNvPr>
          <p:cNvSpPr>
            <a:spLocks noGrp="1"/>
          </p:cNvSpPr>
          <p:nvPr>
            <p:ph type="title"/>
          </p:nvPr>
        </p:nvSpPr>
        <p:spPr>
          <a:xfrm>
            <a:off x="1371598" y="319314"/>
            <a:ext cx="9477377" cy="1030515"/>
          </a:xfrm>
        </p:spPr>
        <p:txBody>
          <a:bodyPr vert="horz" lIns="91440" tIns="45720" rIns="91440" bIns="45720" rtlCol="0" anchor="ctr">
            <a:normAutofit/>
          </a:bodyPr>
          <a:lstStyle/>
          <a:p>
            <a:r>
              <a:rPr lang="en-US" sz="4000">
                <a:solidFill>
                  <a:srgbClr val="FFFFFF"/>
                </a:solidFill>
                <a:latin typeface="+mj-lt"/>
                <a:ea typeface="+mj-ea"/>
                <a:cs typeface="+mj-cs"/>
              </a:rPr>
              <a:t>Statistical Significance Analysis: RT</a:t>
            </a:r>
          </a:p>
        </p:txBody>
      </p:sp>
      <p:pic>
        <p:nvPicPr>
          <p:cNvPr id="3" name="Picture 2">
            <a:extLst>
              <a:ext uri="{FF2B5EF4-FFF2-40B4-BE49-F238E27FC236}">
                <a16:creationId xmlns:a16="http://schemas.microsoft.com/office/drawing/2014/main" id="{5107F9CF-CA5F-F99C-3CCE-9586DC5B1328}"/>
              </a:ext>
            </a:extLst>
          </p:cNvPr>
          <p:cNvPicPr>
            <a:picLocks noChangeAspect="1"/>
          </p:cNvPicPr>
          <p:nvPr/>
        </p:nvPicPr>
        <p:blipFill>
          <a:blip r:embed="rId3"/>
          <a:stretch>
            <a:fillRect/>
          </a:stretch>
        </p:blipFill>
        <p:spPr>
          <a:xfrm>
            <a:off x="352182" y="2170995"/>
            <a:ext cx="9062473" cy="3391561"/>
          </a:xfrm>
          <a:prstGeom prst="rect">
            <a:avLst/>
          </a:prstGeom>
        </p:spPr>
      </p:pic>
      <p:sp>
        <p:nvSpPr>
          <p:cNvPr id="9" name="TextBox 8">
            <a:extLst>
              <a:ext uri="{FF2B5EF4-FFF2-40B4-BE49-F238E27FC236}">
                <a16:creationId xmlns:a16="http://schemas.microsoft.com/office/drawing/2014/main" id="{23BC1042-CEA5-111F-FAE6-A3E2372639BA}"/>
              </a:ext>
            </a:extLst>
          </p:cNvPr>
          <p:cNvSpPr txBox="1"/>
          <p:nvPr/>
        </p:nvSpPr>
        <p:spPr>
          <a:xfrm>
            <a:off x="9492355" y="3524099"/>
            <a:ext cx="2347463" cy="1385266"/>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a:t>p value: 0.0184</a:t>
            </a:r>
          </a:p>
          <a:p>
            <a:pPr indent="-228600">
              <a:lnSpc>
                <a:spcPct val="90000"/>
              </a:lnSpc>
              <a:spcAft>
                <a:spcPts val="600"/>
              </a:spcAft>
              <a:buFont typeface="Arial" panose="020B0604020202020204" pitchFamily="34" charset="0"/>
              <a:buChar char="•"/>
            </a:pPr>
            <a:r>
              <a:rPr lang="en-US" sz="1400"/>
              <a:t>⍺ = 0.05</a:t>
            </a:r>
          </a:p>
          <a:p>
            <a:pPr indent="-228600">
              <a:lnSpc>
                <a:spcPct val="90000"/>
              </a:lnSpc>
              <a:spcAft>
                <a:spcPts val="600"/>
              </a:spcAft>
              <a:buFont typeface="Arial" panose="020B0604020202020204" pitchFamily="34" charset="0"/>
              <a:buChar char="•"/>
            </a:pPr>
            <a:r>
              <a:rPr lang="en-US" sz="1400"/>
              <a:t>0.0184 &lt; 0.05 </a:t>
            </a:r>
          </a:p>
          <a:p>
            <a:pPr indent="-228600">
              <a:lnSpc>
                <a:spcPct val="90000"/>
              </a:lnSpc>
              <a:spcAft>
                <a:spcPts val="600"/>
              </a:spcAft>
              <a:buFont typeface="Arial" panose="020B0604020202020204" pitchFamily="34" charset="0"/>
              <a:buChar char="•"/>
            </a:pPr>
            <a:endParaRPr lang="en-US" sz="1400"/>
          </a:p>
          <a:p>
            <a:pPr indent="-228600">
              <a:lnSpc>
                <a:spcPct val="90000"/>
              </a:lnSpc>
              <a:spcAft>
                <a:spcPts val="600"/>
              </a:spcAft>
              <a:buFont typeface="Arial" panose="020B0604020202020204" pitchFamily="34" charset="0"/>
              <a:buChar char="•"/>
            </a:pPr>
            <a:r>
              <a:rPr lang="en-US" sz="1400"/>
              <a:t>Reject null hypothesis</a:t>
            </a:r>
          </a:p>
        </p:txBody>
      </p:sp>
      <p:sp>
        <p:nvSpPr>
          <p:cNvPr id="6" name="Rectangle 5">
            <a:extLst>
              <a:ext uri="{FF2B5EF4-FFF2-40B4-BE49-F238E27FC236}">
                <a16:creationId xmlns:a16="http://schemas.microsoft.com/office/drawing/2014/main" id="{E3EF7BED-BF32-9525-BB4B-44D91241A30B}"/>
              </a:ext>
            </a:extLst>
          </p:cNvPr>
          <p:cNvSpPr/>
          <p:nvPr/>
        </p:nvSpPr>
        <p:spPr>
          <a:xfrm>
            <a:off x="9752551" y="2242176"/>
            <a:ext cx="4600354" cy="1078419"/>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en-US">
              <a:latin typeface="Verdana" panose="020B0604030504040204" pitchFamily="34" charset="0"/>
              <a:ea typeface="Verdana" panose="020B0604030504040204" pitchFamily="34" charset="0"/>
              <a:cs typeface="Verdana" panose="020B0604030504040204" pitchFamily="34" charset="0"/>
            </a:endParaRPr>
          </a:p>
        </p:txBody>
      </p:sp>
      <p:sp>
        <p:nvSpPr>
          <p:cNvPr id="7" name="TextBox 6">
            <a:extLst>
              <a:ext uri="{FF2B5EF4-FFF2-40B4-BE49-F238E27FC236}">
                <a16:creationId xmlns:a16="http://schemas.microsoft.com/office/drawing/2014/main" id="{64BDC42A-4B6D-8EA1-65C0-6B7736AF2FEC}"/>
              </a:ext>
            </a:extLst>
          </p:cNvPr>
          <p:cNvSpPr txBox="1"/>
          <p:nvPr/>
        </p:nvSpPr>
        <p:spPr>
          <a:xfrm>
            <a:off x="9501313" y="2203845"/>
            <a:ext cx="2566577" cy="107841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defTabSz="1269492">
              <a:spcBef>
                <a:spcPct val="0"/>
              </a:spcBef>
              <a:spcAft>
                <a:spcPct val="35000"/>
              </a:spcAft>
            </a:pPr>
            <a:r>
              <a:rPr lang="en-US" sz="2480"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𝐻</a:t>
            </a:r>
            <a:r>
              <a:rPr lang="en-US" sz="2480"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0</a:t>
            </a:r>
            <a:r>
              <a:rPr lang="en-US" sz="2480"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 𝜇</a:t>
            </a:r>
            <a:r>
              <a:rPr lang="en-US" sz="2480"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𝑤 </a:t>
            </a:r>
            <a:r>
              <a:rPr lang="en-US" sz="2480"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 𝜇</a:t>
            </a:r>
            <a:r>
              <a:rPr lang="en-US" sz="2480"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𝑐𝑎𝑓𝑓</a:t>
            </a:r>
            <a:endParaRPr lang="en-US" sz="2480" kern="1200">
              <a:solidFill>
                <a:schemeClr val="tx1">
                  <a:hueOff val="0"/>
                  <a:satOff val="0"/>
                  <a:lumOff val="0"/>
                  <a:alphaOff val="0"/>
                </a:schemeClr>
              </a:solidFill>
              <a:latin typeface="Verdana" panose="020B0604030504040204" pitchFamily="34" charset="0"/>
              <a:ea typeface="Verdana" panose="020B0604030504040204" pitchFamily="34" charset="0"/>
              <a:cs typeface="+mn-cs"/>
            </a:endParaRPr>
          </a:p>
          <a:p>
            <a:pPr defTabSz="1269492">
              <a:spcBef>
                <a:spcPct val="0"/>
              </a:spcBef>
              <a:spcAft>
                <a:spcPct val="35000"/>
              </a:spcAft>
            </a:pPr>
            <a:r>
              <a:rPr lang="en-US" sz="2480"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𝐻</a:t>
            </a:r>
            <a:r>
              <a:rPr lang="en-US" sz="2480"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1</a:t>
            </a:r>
            <a:r>
              <a:rPr lang="en-US" sz="2480"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 𝜇</a:t>
            </a:r>
            <a:r>
              <a:rPr lang="en-US" sz="2480"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𝑤 </a:t>
            </a:r>
            <a:r>
              <a:rPr lang="en-US" sz="2480" kern="1200">
                <a:solidFill>
                  <a:schemeClr val="tx1">
                    <a:hueOff val="0"/>
                    <a:satOff val="0"/>
                    <a:lumOff val="0"/>
                    <a:alphaOff val="0"/>
                  </a:schemeClr>
                </a:solidFill>
                <a:latin typeface="Verdana" panose="020B0604030504040204" pitchFamily="34" charset="0"/>
                <a:ea typeface="Verdana" panose="020B0604030504040204" pitchFamily="34" charset="0"/>
                <a:cs typeface="+mn-cs"/>
              </a:rPr>
              <a:t>&gt; 𝜇</a:t>
            </a:r>
            <a:r>
              <a:rPr lang="en-US" sz="2480" kern="1200" baseline="-25000">
                <a:solidFill>
                  <a:schemeClr val="tx1">
                    <a:hueOff val="0"/>
                    <a:satOff val="0"/>
                    <a:lumOff val="0"/>
                    <a:alphaOff val="0"/>
                  </a:schemeClr>
                </a:solidFill>
                <a:latin typeface="Verdana" panose="020B0604030504040204" pitchFamily="34" charset="0"/>
                <a:ea typeface="Verdana" panose="020B0604030504040204" pitchFamily="34" charset="0"/>
                <a:cs typeface="+mn-cs"/>
              </a:rPr>
              <a:t>𝑐𝑎𝑓𝑓</a:t>
            </a:r>
            <a:endParaRPr lang="en-US" sz="2480" kern="1200">
              <a:latin typeface="Verdana" panose="020B0604030504040204" pitchFamily="34" charset="0"/>
              <a:ea typeface="Verdana" panose="020B0604030504040204" pitchFamily="34" charset="0"/>
              <a:cs typeface="Verdana" panose="020B0604030504040204" pitchFamily="34" charset="0"/>
            </a:endParaRPr>
          </a:p>
        </p:txBody>
      </p:sp>
      <p:sp>
        <p:nvSpPr>
          <p:cNvPr id="10" name="Slide Number Placeholder 9">
            <a:extLst>
              <a:ext uri="{FF2B5EF4-FFF2-40B4-BE49-F238E27FC236}">
                <a16:creationId xmlns:a16="http://schemas.microsoft.com/office/drawing/2014/main" id="{0DDD03E0-A2D4-D88B-A287-6345324D4425}"/>
              </a:ext>
            </a:extLst>
          </p:cNvPr>
          <p:cNvSpPr>
            <a:spLocks noGrp="1"/>
          </p:cNvSpPr>
          <p:nvPr>
            <p:ph type="sldNum" sz="quarter" idx="12"/>
          </p:nvPr>
        </p:nvSpPr>
        <p:spPr/>
        <p:txBody>
          <a:bodyPr/>
          <a:lstStyle/>
          <a:p>
            <a:r>
              <a:rPr lang="en-US"/>
              <a:t>SD </a:t>
            </a:r>
            <a:fld id="{3F4D5D7E-5E80-4F08-8F4D-D7D7A414CFF6}" type="slidenum">
              <a:rPr lang="en-US" smtClean="0"/>
              <a:t>14</a:t>
            </a:fld>
            <a:endParaRPr lang="en-US"/>
          </a:p>
        </p:txBody>
      </p:sp>
    </p:spTree>
    <p:extLst>
      <p:ext uri="{BB962C8B-B14F-4D97-AF65-F5344CB8AC3E}">
        <p14:creationId xmlns:p14="http://schemas.microsoft.com/office/powerpoint/2010/main" val="867742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28DCD8-C410-CA7C-FE9A-054B2DF8EC2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2C5F3E-C240-6F8C-A274-716FAA275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D838CC9-DB78-7725-174B-557F8559A7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C8FDDE-6C46-B208-A907-65ADD690C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0214EF7-8193-4E05-0193-F8254805E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0581974-7D1F-F83F-99CD-4E2616AE5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767BAB-4E33-F236-6C6A-5C6B70CAEE50}"/>
              </a:ext>
            </a:extLst>
          </p:cNvPr>
          <p:cNvSpPr>
            <a:spLocks noGrp="1"/>
          </p:cNvSpPr>
          <p:nvPr>
            <p:ph type="title"/>
          </p:nvPr>
        </p:nvSpPr>
        <p:spPr>
          <a:xfrm>
            <a:off x="395661" y="2563649"/>
            <a:ext cx="3953340" cy="2305226"/>
          </a:xfrm>
        </p:spPr>
        <p:txBody>
          <a:bodyPr vert="horz" lIns="91440" tIns="45720" rIns="91440" bIns="45720" rtlCol="0" anchor="t">
            <a:normAutofit/>
          </a:bodyPr>
          <a:lstStyle/>
          <a:p>
            <a:r>
              <a:rPr lang="en-US" kern="1200">
                <a:solidFill>
                  <a:srgbClr val="FFFFFF"/>
                </a:solidFill>
              </a:rPr>
              <a:t>JMP Correlation Analysis</a:t>
            </a:r>
          </a:p>
        </p:txBody>
      </p:sp>
      <p:sp>
        <p:nvSpPr>
          <p:cNvPr id="3" name="TextBox 2">
            <a:extLst>
              <a:ext uri="{FF2B5EF4-FFF2-40B4-BE49-F238E27FC236}">
                <a16:creationId xmlns:a16="http://schemas.microsoft.com/office/drawing/2014/main" id="{EF61B1B1-DA7B-5DC2-2C7C-DE28F076E497}"/>
              </a:ext>
            </a:extLst>
          </p:cNvPr>
          <p:cNvSpPr txBox="1"/>
          <p:nvPr/>
        </p:nvSpPr>
        <p:spPr>
          <a:xfrm>
            <a:off x="4850603" y="737172"/>
            <a:ext cx="6360328" cy="1463040"/>
          </a:xfrm>
          <a:prstGeom prst="rect">
            <a:avLst/>
          </a:prstGeom>
          <a:noFill/>
          <a:ln>
            <a:noFill/>
          </a:ln>
        </p:spPr>
        <p:txBody>
          <a:bodyPr vert="horz" lIns="91440" tIns="45720" rIns="91440" bIns="45720" rtlCol="0" anchor="ctr">
            <a:noAutofit/>
          </a:bodyPr>
          <a:lstStyle/>
          <a:p>
            <a:pPr indent="-228600">
              <a:lnSpc>
                <a:spcPct val="170000"/>
              </a:lnSpc>
              <a:spcAft>
                <a:spcPts val="600"/>
              </a:spcAft>
              <a:buFont typeface="Arial" panose="020B0604020202020204" pitchFamily="34" charset="0"/>
              <a:buChar char="•"/>
            </a:pPr>
            <a:r>
              <a:rPr lang="en-US">
                <a:latin typeface="Verdana" panose="020B0604030504040204" pitchFamily="34" charset="0"/>
                <a:ea typeface="Verdana" panose="020B0604030504040204" pitchFamily="34" charset="0"/>
                <a:cs typeface="Verdana" panose="020B0604030504040204" pitchFamily="34" charset="0"/>
              </a:rPr>
              <a:t>Caffeine and Reaction Time : </a:t>
            </a:r>
            <a:r>
              <a:rPr lang="en-US">
                <a:solidFill>
                  <a:srgbClr val="FF0000"/>
                </a:solidFill>
                <a:latin typeface="Verdana" panose="020B0604030504040204" pitchFamily="34" charset="0"/>
                <a:ea typeface="Verdana" panose="020B0604030504040204" pitchFamily="34" charset="0"/>
                <a:cs typeface="Verdana" panose="020B0604030504040204" pitchFamily="34" charset="0"/>
              </a:rPr>
              <a:t>weak negative correlation</a:t>
            </a:r>
            <a:r>
              <a:rPr lang="en-US">
                <a:latin typeface="Verdana" panose="020B0604030504040204" pitchFamily="34" charset="0"/>
                <a:ea typeface="Verdana" panose="020B0604030504040204" pitchFamily="34" charset="0"/>
                <a:cs typeface="Verdana" panose="020B0604030504040204" pitchFamily="34" charset="0"/>
              </a:rPr>
              <a:t> (as caffeine increases, RT decreases)</a:t>
            </a:r>
          </a:p>
          <a:p>
            <a:pPr indent="-228600">
              <a:lnSpc>
                <a:spcPct val="170000"/>
              </a:lnSpc>
              <a:spcAft>
                <a:spcPts val="600"/>
              </a:spcAft>
              <a:buFont typeface="Arial" panose="020B0604020202020204" pitchFamily="34" charset="0"/>
              <a:buChar char="•"/>
            </a:pPr>
            <a:r>
              <a:rPr lang="en-US">
                <a:latin typeface="Verdana" panose="020B0604030504040204" pitchFamily="34" charset="0"/>
                <a:ea typeface="Verdana" panose="020B0604030504040204" pitchFamily="34" charset="0"/>
                <a:cs typeface="Verdana" panose="020B0604030504040204" pitchFamily="34" charset="0"/>
              </a:rPr>
              <a:t>Caffeine and Heart Rate : </a:t>
            </a:r>
            <a:r>
              <a:rPr lang="en-US">
                <a:solidFill>
                  <a:schemeClr val="accent6"/>
                </a:solidFill>
                <a:latin typeface="Verdana" panose="020B0604030504040204" pitchFamily="34" charset="0"/>
                <a:ea typeface="Verdana" panose="020B0604030504040204" pitchFamily="34" charset="0"/>
                <a:cs typeface="Verdana" panose="020B0604030504040204" pitchFamily="34" charset="0"/>
              </a:rPr>
              <a:t>weak positive correlation </a:t>
            </a:r>
            <a:r>
              <a:rPr lang="en-US">
                <a:latin typeface="Verdana" panose="020B0604030504040204" pitchFamily="34" charset="0"/>
                <a:ea typeface="Verdana" panose="020B0604030504040204" pitchFamily="34" charset="0"/>
                <a:cs typeface="Verdana" panose="020B0604030504040204" pitchFamily="34" charset="0"/>
              </a:rPr>
              <a:t>(as caffeine increases, HR increases)</a:t>
            </a:r>
          </a:p>
        </p:txBody>
      </p:sp>
      <p:pic>
        <p:nvPicPr>
          <p:cNvPr id="4" name="Picture 3" descr="A screenshot of a calculator&#10;&#10;Description automatically generated">
            <a:extLst>
              <a:ext uri="{FF2B5EF4-FFF2-40B4-BE49-F238E27FC236}">
                <a16:creationId xmlns:a16="http://schemas.microsoft.com/office/drawing/2014/main" id="{D2A874B4-2138-3F0E-7D61-94A81D5AD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8374" y="2937248"/>
            <a:ext cx="7773854" cy="2966944"/>
          </a:xfrm>
          <a:prstGeom prst="rect">
            <a:avLst/>
          </a:prstGeom>
        </p:spPr>
      </p:pic>
      <p:sp>
        <p:nvSpPr>
          <p:cNvPr id="5" name="Oval 4">
            <a:extLst>
              <a:ext uri="{FF2B5EF4-FFF2-40B4-BE49-F238E27FC236}">
                <a16:creationId xmlns:a16="http://schemas.microsoft.com/office/drawing/2014/main" id="{A38EB016-E76E-E9C4-7CEF-EB56F7CAB5C1}"/>
              </a:ext>
            </a:extLst>
          </p:cNvPr>
          <p:cNvSpPr/>
          <p:nvPr/>
        </p:nvSpPr>
        <p:spPr>
          <a:xfrm>
            <a:off x="7171981" y="4958032"/>
            <a:ext cx="1255923" cy="425406"/>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6" name="Oval 5">
            <a:extLst>
              <a:ext uri="{FF2B5EF4-FFF2-40B4-BE49-F238E27FC236}">
                <a16:creationId xmlns:a16="http://schemas.microsoft.com/office/drawing/2014/main" id="{C31CF8CD-842B-036A-B810-B8CFC975EC30}"/>
              </a:ext>
            </a:extLst>
          </p:cNvPr>
          <p:cNvSpPr/>
          <p:nvPr/>
        </p:nvSpPr>
        <p:spPr>
          <a:xfrm>
            <a:off x="10720893" y="4532626"/>
            <a:ext cx="1255923" cy="425406"/>
          </a:xfrm>
          <a:prstGeom prst="ellipse">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6"/>
              </a:solidFill>
            </a:endParaRPr>
          </a:p>
        </p:txBody>
      </p:sp>
      <p:sp>
        <p:nvSpPr>
          <p:cNvPr id="7" name="Slide Number Placeholder 6">
            <a:extLst>
              <a:ext uri="{FF2B5EF4-FFF2-40B4-BE49-F238E27FC236}">
                <a16:creationId xmlns:a16="http://schemas.microsoft.com/office/drawing/2014/main" id="{2A59A56E-8071-A555-205C-37A68861A148}"/>
              </a:ext>
            </a:extLst>
          </p:cNvPr>
          <p:cNvSpPr>
            <a:spLocks noGrp="1"/>
          </p:cNvSpPr>
          <p:nvPr>
            <p:ph type="sldNum" sz="quarter" idx="12"/>
          </p:nvPr>
        </p:nvSpPr>
        <p:spPr/>
        <p:txBody>
          <a:bodyPr/>
          <a:lstStyle/>
          <a:p>
            <a:r>
              <a:rPr lang="en-US"/>
              <a:t>SD </a:t>
            </a:r>
            <a:fld id="{3F4D5D7E-5E80-4F08-8F4D-D7D7A414CFF6}" type="slidenum">
              <a:rPr lang="en-US" smtClean="0"/>
              <a:t>15</a:t>
            </a:fld>
            <a:endParaRPr lang="en-US"/>
          </a:p>
        </p:txBody>
      </p:sp>
    </p:spTree>
    <p:extLst>
      <p:ext uri="{BB962C8B-B14F-4D97-AF65-F5344CB8AC3E}">
        <p14:creationId xmlns:p14="http://schemas.microsoft.com/office/powerpoint/2010/main" val="110827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A0E12-3E52-06C9-1615-8B8A7B4268A1}"/>
              </a:ext>
            </a:extLst>
          </p:cNvPr>
          <p:cNvSpPr>
            <a:spLocks noGrp="1"/>
          </p:cNvSpPr>
          <p:nvPr>
            <p:ph type="title"/>
          </p:nvPr>
        </p:nvSpPr>
        <p:spPr>
          <a:xfrm>
            <a:off x="762001" y="5074024"/>
            <a:ext cx="10109199" cy="598032"/>
          </a:xfrm>
        </p:spPr>
        <p:txBody>
          <a:bodyPr vert="horz" lIns="91440" tIns="45720" rIns="91440" bIns="45720" rtlCol="0" anchor="ctr">
            <a:normAutofit/>
          </a:bodyPr>
          <a:lstStyle/>
          <a:p>
            <a:r>
              <a:rPr lang="en-US" sz="3600" kern="1200">
                <a:solidFill>
                  <a:schemeClr val="tx1"/>
                </a:solidFill>
                <a:latin typeface="+mj-lt"/>
                <a:ea typeface="+mj-ea"/>
                <a:cs typeface="+mj-cs"/>
              </a:rPr>
              <a:t>Data: Standard Deviations</a:t>
            </a:r>
          </a:p>
        </p:txBody>
      </p:sp>
      <p:sp>
        <p:nvSpPr>
          <p:cNvPr id="26" name="Rectangle 25">
            <a:extLst>
              <a:ext uri="{FF2B5EF4-FFF2-40B4-BE49-F238E27FC236}">
                <a16:creationId xmlns:a16="http://schemas.microsoft.com/office/drawing/2014/main" id="{5E395AE0-8789-FAD6-A987-32E65C185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4390253"/>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screenshot of a graph&#10;&#10;AI-generated content may be incorrect.">
            <a:extLst>
              <a:ext uri="{FF2B5EF4-FFF2-40B4-BE49-F238E27FC236}">
                <a16:creationId xmlns:a16="http://schemas.microsoft.com/office/drawing/2014/main" id="{5C5A1994-B620-AC7B-21A1-59D45518A9BF}"/>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r="834" b="1879"/>
          <a:stretch>
            <a:fillRect/>
          </a:stretch>
        </p:blipFill>
        <p:spPr>
          <a:xfrm>
            <a:off x="865141" y="554383"/>
            <a:ext cx="10401170" cy="3216106"/>
          </a:xfrm>
          <a:prstGeom prst="rect">
            <a:avLst/>
          </a:prstGeom>
        </p:spPr>
      </p:pic>
      <p:cxnSp>
        <p:nvCxnSpPr>
          <p:cNvPr id="28" name="Straight Connector 27">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60F9F262-9AF2-BDAB-3D51-41F537F0EB1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r>
              <a:rPr lang="en-US">
                <a:solidFill>
                  <a:schemeClr val="tx1">
                    <a:tint val="75000"/>
                  </a:schemeClr>
                </a:solidFill>
              </a:rPr>
              <a:t>JC </a:t>
            </a:r>
            <a:fld id="{3F4D5D7E-5E80-4F08-8F4D-D7D7A414CFF6}" type="slidenum">
              <a:rPr lang="en-US" smtClean="0">
                <a:solidFill>
                  <a:schemeClr val="tx1">
                    <a:tint val="75000"/>
                  </a:schemeClr>
                </a:solidFill>
              </a:rPr>
              <a:pPr>
                <a:spcAft>
                  <a:spcPts val="600"/>
                </a:spcAft>
              </a:pPr>
              <a:t>16</a:t>
            </a:fld>
            <a:endParaRPr lang="en-US">
              <a:solidFill>
                <a:schemeClr val="tx1">
                  <a:tint val="75000"/>
                </a:schemeClr>
              </a:solidFill>
            </a:endParaRPr>
          </a:p>
        </p:txBody>
      </p:sp>
    </p:spTree>
    <p:extLst>
      <p:ext uri="{BB962C8B-B14F-4D97-AF65-F5344CB8AC3E}">
        <p14:creationId xmlns:p14="http://schemas.microsoft.com/office/powerpoint/2010/main" val="4158245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153" name="Rectangle 6152">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7" name="Rectangle 615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9" name="Rectangle 615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78D875-D37E-D523-0433-79235CEC4FC5}"/>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5200">
                <a:solidFill>
                  <a:srgbClr val="FFFFFF"/>
                </a:solidFill>
              </a:rPr>
              <a:t>Data: SD Graphs</a:t>
            </a:r>
          </a:p>
        </p:txBody>
      </p:sp>
      <p:pic>
        <p:nvPicPr>
          <p:cNvPr id="6146" name="Picture 2">
            <a:extLst>
              <a:ext uri="{FF2B5EF4-FFF2-40B4-BE49-F238E27FC236}">
                <a16:creationId xmlns:a16="http://schemas.microsoft.com/office/drawing/2014/main" id="{4D6E0251-1BCD-C555-3762-4F2706D0EFB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5748" y="2394583"/>
            <a:ext cx="5131088" cy="3571323"/>
          </a:xfrm>
          <a:prstGeom prst="rect">
            <a:avLst/>
          </a:prstGeom>
          <a:noFill/>
          <a:extLst>
            <a:ext uri="{909E8E84-426E-40DD-AFC4-6F175D3DCCD1}">
              <a14:hiddenFill xmlns:a14="http://schemas.microsoft.com/office/drawing/2010/main">
                <a:solidFill>
                  <a:srgbClr val="FFFFFF"/>
                </a:solidFill>
              </a14:hiddenFill>
            </a:ext>
          </a:extLst>
        </p:spPr>
      </p:pic>
      <p:pic>
        <p:nvPicPr>
          <p:cNvPr id="6145" name="Picture 1">
            <a:extLst>
              <a:ext uri="{FF2B5EF4-FFF2-40B4-BE49-F238E27FC236}">
                <a16:creationId xmlns:a16="http://schemas.microsoft.com/office/drawing/2014/main" id="{C0633085-D4AB-DD45-5C21-B71EF5DE151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345165" y="2293890"/>
            <a:ext cx="5131087" cy="384568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D882036-1E41-F43B-617F-DD05C59D6277}"/>
              </a:ext>
            </a:extLst>
          </p:cNvPr>
          <p:cNvSpPr>
            <a:spLocks noGrp="1"/>
          </p:cNvSpPr>
          <p:nvPr>
            <p:ph type="sldNum" sz="quarter" idx="12"/>
          </p:nvPr>
        </p:nvSpPr>
        <p:spPr/>
        <p:txBody>
          <a:bodyPr/>
          <a:lstStyle/>
          <a:p>
            <a:r>
              <a:rPr lang="en-US"/>
              <a:t>JC </a:t>
            </a:r>
            <a:fld id="{3F4D5D7E-5E80-4F08-8F4D-D7D7A414CFF6}" type="slidenum">
              <a:rPr lang="en-US" smtClean="0"/>
              <a:t>17</a:t>
            </a:fld>
            <a:endParaRPr lang="en-US"/>
          </a:p>
        </p:txBody>
      </p:sp>
    </p:spTree>
    <p:extLst>
      <p:ext uri="{BB962C8B-B14F-4D97-AF65-F5344CB8AC3E}">
        <p14:creationId xmlns:p14="http://schemas.microsoft.com/office/powerpoint/2010/main" val="581394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Rectangle 3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550655-47A9-DDE8-6E9A-959568C95DD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Conclusion</a:t>
            </a:r>
          </a:p>
        </p:txBody>
      </p:sp>
      <p:sp>
        <p:nvSpPr>
          <p:cNvPr id="4" name="Rectangle 1">
            <a:extLst>
              <a:ext uri="{FF2B5EF4-FFF2-40B4-BE49-F238E27FC236}">
                <a16:creationId xmlns:a16="http://schemas.microsoft.com/office/drawing/2014/main" id="{74683168-FB8F-0C30-579C-2A91F68E6079}"/>
              </a:ext>
            </a:extLst>
          </p:cNvPr>
          <p:cNvSpPr>
            <a:spLocks noGrp="1" noChangeArrowheads="1"/>
          </p:cNvSpPr>
          <p:nvPr>
            <p:ph idx="1"/>
          </p:nvPr>
        </p:nvSpPr>
        <p:spPr bwMode="auto">
          <a:xfrm>
            <a:off x="4641688" y="1540081"/>
            <a:ext cx="4209733" cy="406692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150000"/>
              </a:lnSpc>
              <a:spcBef>
                <a:spcPct val="0"/>
              </a:spcBef>
              <a:spcAft>
                <a:spcPts val="600"/>
              </a:spcAft>
              <a:buClrTx/>
              <a:buSzTx/>
              <a:buNone/>
              <a:tabLst/>
            </a:pPr>
            <a:r>
              <a:rPr lang="en-US" altLang="en-US" sz="2400"/>
              <a:t>Caffeine consumption impacts performance</a:t>
            </a:r>
          </a:p>
          <a:p>
            <a:pPr lvl="1" eaLnBrk="0" fontAlgn="base" hangingPunct="0">
              <a:lnSpc>
                <a:spcPct val="150000"/>
              </a:lnSpc>
              <a:spcBef>
                <a:spcPct val="0"/>
              </a:spcBef>
              <a:spcAft>
                <a:spcPts val="600"/>
              </a:spcAft>
            </a:pPr>
            <a:r>
              <a:rPr lang="en-US" altLang="en-US"/>
              <a:t>Relationship exists, although weak</a:t>
            </a:r>
          </a:p>
          <a:p>
            <a:pPr lvl="1" eaLnBrk="0" fontAlgn="base" hangingPunct="0">
              <a:lnSpc>
                <a:spcPct val="150000"/>
              </a:lnSpc>
              <a:spcBef>
                <a:spcPct val="0"/>
              </a:spcBef>
              <a:spcAft>
                <a:spcPts val="600"/>
              </a:spcAft>
            </a:pPr>
            <a:r>
              <a:rPr lang="en-US" altLang="en-US"/>
              <a:t>Further investigation needed</a:t>
            </a:r>
          </a:p>
        </p:txBody>
      </p:sp>
      <p:pic>
        <p:nvPicPr>
          <p:cNvPr id="5" name="Picture 4" descr="A blue and yellow can with white text&#10;&#10;AI-generated content may be incorrect.">
            <a:extLst>
              <a:ext uri="{FF2B5EF4-FFF2-40B4-BE49-F238E27FC236}">
                <a16:creationId xmlns:a16="http://schemas.microsoft.com/office/drawing/2014/main" id="{C220DFF3-038C-CB79-5B8B-6139FD1B8A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3176" y="1540081"/>
            <a:ext cx="3615776" cy="3615776"/>
          </a:xfrm>
          <a:prstGeom prst="rect">
            <a:avLst/>
          </a:prstGeom>
        </p:spPr>
      </p:pic>
      <p:sp>
        <p:nvSpPr>
          <p:cNvPr id="6" name="Slide Number Placeholder 5">
            <a:extLst>
              <a:ext uri="{FF2B5EF4-FFF2-40B4-BE49-F238E27FC236}">
                <a16:creationId xmlns:a16="http://schemas.microsoft.com/office/drawing/2014/main" id="{2BB61354-9D6C-4011-186D-9AA0A308C987}"/>
              </a:ext>
            </a:extLst>
          </p:cNvPr>
          <p:cNvSpPr>
            <a:spLocks noGrp="1"/>
          </p:cNvSpPr>
          <p:nvPr>
            <p:ph type="sldNum" sz="quarter" idx="12"/>
          </p:nvPr>
        </p:nvSpPr>
        <p:spPr/>
        <p:txBody>
          <a:bodyPr/>
          <a:lstStyle/>
          <a:p>
            <a:r>
              <a:rPr lang="en-US"/>
              <a:t>JC </a:t>
            </a:r>
            <a:fld id="{3F4D5D7E-5E80-4F08-8F4D-D7D7A414CFF6}" type="slidenum">
              <a:rPr lang="en-US" smtClean="0"/>
              <a:t>18</a:t>
            </a:fld>
            <a:endParaRPr lang="en-US"/>
          </a:p>
        </p:txBody>
      </p:sp>
    </p:spTree>
    <p:extLst>
      <p:ext uri="{BB962C8B-B14F-4D97-AF65-F5344CB8AC3E}">
        <p14:creationId xmlns:p14="http://schemas.microsoft.com/office/powerpoint/2010/main" val="3919878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5EF9A4-1683-D8DD-86E3-56D3652C1EDC}"/>
              </a:ext>
            </a:extLst>
          </p:cNvPr>
          <p:cNvSpPr>
            <a:spLocks noGrp="1"/>
          </p:cNvSpPr>
          <p:nvPr>
            <p:ph type="title"/>
          </p:nvPr>
        </p:nvSpPr>
        <p:spPr>
          <a:xfrm>
            <a:off x="644056" y="348865"/>
            <a:ext cx="10457619" cy="1576446"/>
          </a:xfrm>
        </p:spPr>
        <p:txBody>
          <a:bodyPr anchor="ctr">
            <a:normAutofit/>
          </a:bodyPr>
          <a:lstStyle/>
          <a:p>
            <a:r>
              <a:rPr lang="en-US" sz="5200">
                <a:solidFill>
                  <a:srgbClr val="FFFFFF"/>
                </a:solidFill>
              </a:rPr>
              <a:t>Limitations</a:t>
            </a:r>
          </a:p>
        </p:txBody>
      </p:sp>
      <p:grpSp>
        <p:nvGrpSpPr>
          <p:cNvPr id="4" name="Group 3">
            <a:extLst>
              <a:ext uri="{FF2B5EF4-FFF2-40B4-BE49-F238E27FC236}">
                <a16:creationId xmlns:a16="http://schemas.microsoft.com/office/drawing/2014/main" id="{985AFCDA-84E0-8C4B-3DA8-0174420AA26D}"/>
              </a:ext>
            </a:extLst>
          </p:cNvPr>
          <p:cNvGrpSpPr/>
          <p:nvPr/>
        </p:nvGrpSpPr>
        <p:grpSpPr>
          <a:xfrm>
            <a:off x="2815856" y="2326861"/>
            <a:ext cx="6560287" cy="4275245"/>
            <a:chOff x="2645487" y="3045758"/>
            <a:chExt cx="4660952" cy="2962745"/>
          </a:xfrm>
        </p:grpSpPr>
        <p:sp>
          <p:nvSpPr>
            <p:cNvPr id="5" name="Freeform: Shape 4">
              <a:extLst>
                <a:ext uri="{FF2B5EF4-FFF2-40B4-BE49-F238E27FC236}">
                  <a16:creationId xmlns:a16="http://schemas.microsoft.com/office/drawing/2014/main" id="{C5C97F2A-A2AD-A58E-9ACF-D4BE2DB6D52F}"/>
                </a:ext>
              </a:extLst>
            </p:cNvPr>
            <p:cNvSpPr/>
            <p:nvPr/>
          </p:nvSpPr>
          <p:spPr>
            <a:xfrm>
              <a:off x="3775126" y="4891098"/>
              <a:ext cx="1301533" cy="1117405"/>
            </a:xfrm>
            <a:custGeom>
              <a:avLst/>
              <a:gdLst>
                <a:gd name="connsiteX0" fmla="*/ 0 w 1301533"/>
                <a:gd name="connsiteY0" fmla="*/ 558703 h 1117405"/>
                <a:gd name="connsiteX1" fmla="*/ 279351 w 1301533"/>
                <a:gd name="connsiteY1" fmla="*/ 0 h 1117405"/>
                <a:gd name="connsiteX2" fmla="*/ 1022182 w 1301533"/>
                <a:gd name="connsiteY2" fmla="*/ 0 h 1117405"/>
                <a:gd name="connsiteX3" fmla="*/ 1301533 w 1301533"/>
                <a:gd name="connsiteY3" fmla="*/ 558703 h 1117405"/>
                <a:gd name="connsiteX4" fmla="*/ 1022182 w 1301533"/>
                <a:gd name="connsiteY4" fmla="*/ 1117405 h 1117405"/>
                <a:gd name="connsiteX5" fmla="*/ 279351 w 1301533"/>
                <a:gd name="connsiteY5" fmla="*/ 1117405 h 1117405"/>
                <a:gd name="connsiteX6" fmla="*/ 0 w 1301533"/>
                <a:gd name="connsiteY6" fmla="*/ 558703 h 111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1533" h="1117405">
                  <a:moveTo>
                    <a:pt x="0" y="558703"/>
                  </a:moveTo>
                  <a:lnTo>
                    <a:pt x="279351" y="0"/>
                  </a:lnTo>
                  <a:lnTo>
                    <a:pt x="1022182" y="0"/>
                  </a:lnTo>
                  <a:lnTo>
                    <a:pt x="1301533" y="558703"/>
                  </a:lnTo>
                  <a:lnTo>
                    <a:pt x="1022182" y="1117405"/>
                  </a:lnTo>
                  <a:lnTo>
                    <a:pt x="279351" y="1117405"/>
                  </a:lnTo>
                  <a:lnTo>
                    <a:pt x="0" y="558703"/>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1578" tIns="188301" rIns="201578" bIns="188301" numCol="1" spcCol="1270" anchor="ctr" anchorCtr="0">
              <a:noAutofit/>
            </a:bodyPr>
            <a:lstStyle/>
            <a:p>
              <a:pPr marL="0" lvl="0" indent="0" algn="ctr" defTabSz="533400">
                <a:lnSpc>
                  <a:spcPct val="90000"/>
                </a:lnSpc>
                <a:spcBef>
                  <a:spcPct val="0"/>
                </a:spcBef>
                <a:spcAft>
                  <a:spcPct val="35000"/>
                </a:spcAft>
                <a:buNone/>
              </a:pPr>
              <a:r>
                <a:rPr lang="en-US" sz="2400" kern="1200"/>
                <a:t>Learning curve of reaction time test</a:t>
              </a:r>
            </a:p>
          </p:txBody>
        </p:sp>
        <p:sp>
          <p:nvSpPr>
            <p:cNvPr id="6" name="Hexagon 5">
              <a:extLst>
                <a:ext uri="{FF2B5EF4-FFF2-40B4-BE49-F238E27FC236}">
                  <a16:creationId xmlns:a16="http://schemas.microsoft.com/office/drawing/2014/main" id="{B1ACCD40-BA9C-1119-0632-5E0342113FC7}"/>
                </a:ext>
              </a:extLst>
            </p:cNvPr>
            <p:cNvSpPr/>
            <p:nvPr/>
          </p:nvSpPr>
          <p:spPr>
            <a:xfrm>
              <a:off x="3796578" y="5382731"/>
              <a:ext cx="151822" cy="130864"/>
            </a:xfrm>
            <a:prstGeom prst="hexagon">
              <a:avLst>
                <a:gd name="adj" fmla="val 25000"/>
                <a:gd name="vf" fmla="val 115470"/>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7" name="Hexagon 6" descr="Worker typing on laptop">
              <a:extLst>
                <a:ext uri="{FF2B5EF4-FFF2-40B4-BE49-F238E27FC236}">
                  <a16:creationId xmlns:a16="http://schemas.microsoft.com/office/drawing/2014/main" id="{AC2A83A4-7C77-0B6C-CE04-057BCDD887D7}"/>
                </a:ext>
              </a:extLst>
            </p:cNvPr>
            <p:cNvSpPr/>
            <p:nvPr/>
          </p:nvSpPr>
          <p:spPr>
            <a:xfrm>
              <a:off x="2645487" y="4265326"/>
              <a:ext cx="1301533" cy="1117405"/>
            </a:xfrm>
            <a:prstGeom prst="hexagon">
              <a:avLst>
                <a:gd name="adj" fmla="val 25000"/>
                <a:gd name="vf" fmla="val 115470"/>
              </a:avLst>
            </a:prstGeom>
            <a:blipFill>
              <a:blip r:embed="rId3"/>
              <a:srcRect/>
              <a:stretch>
                <a:fillRect l="-7000" r="-7000"/>
              </a:stretch>
            </a:blipFill>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Hexagon 7">
              <a:extLst>
                <a:ext uri="{FF2B5EF4-FFF2-40B4-BE49-F238E27FC236}">
                  <a16:creationId xmlns:a16="http://schemas.microsoft.com/office/drawing/2014/main" id="{83808CE5-3CA7-0751-8405-9C7AA8DF30FB}"/>
                </a:ext>
              </a:extLst>
            </p:cNvPr>
            <p:cNvSpPr/>
            <p:nvPr/>
          </p:nvSpPr>
          <p:spPr>
            <a:xfrm>
              <a:off x="3537099" y="5234319"/>
              <a:ext cx="151822" cy="130864"/>
            </a:xfrm>
            <a:prstGeom prst="hexagon">
              <a:avLst>
                <a:gd name="adj" fmla="val 25000"/>
                <a:gd name="vf" fmla="val 115470"/>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9" name="Freeform: Shape 8">
              <a:extLst>
                <a:ext uri="{FF2B5EF4-FFF2-40B4-BE49-F238E27FC236}">
                  <a16:creationId xmlns:a16="http://schemas.microsoft.com/office/drawing/2014/main" id="{6F67EC62-006C-7436-12B2-84F5B2599DBB}"/>
                </a:ext>
              </a:extLst>
            </p:cNvPr>
            <p:cNvSpPr/>
            <p:nvPr/>
          </p:nvSpPr>
          <p:spPr>
            <a:xfrm>
              <a:off x="4885560" y="4261757"/>
              <a:ext cx="1301533" cy="1117405"/>
            </a:xfrm>
            <a:custGeom>
              <a:avLst/>
              <a:gdLst>
                <a:gd name="connsiteX0" fmla="*/ 0 w 1301533"/>
                <a:gd name="connsiteY0" fmla="*/ 558703 h 1117405"/>
                <a:gd name="connsiteX1" fmla="*/ 279351 w 1301533"/>
                <a:gd name="connsiteY1" fmla="*/ 0 h 1117405"/>
                <a:gd name="connsiteX2" fmla="*/ 1022182 w 1301533"/>
                <a:gd name="connsiteY2" fmla="*/ 0 h 1117405"/>
                <a:gd name="connsiteX3" fmla="*/ 1301533 w 1301533"/>
                <a:gd name="connsiteY3" fmla="*/ 558703 h 1117405"/>
                <a:gd name="connsiteX4" fmla="*/ 1022182 w 1301533"/>
                <a:gd name="connsiteY4" fmla="*/ 1117405 h 1117405"/>
                <a:gd name="connsiteX5" fmla="*/ 279351 w 1301533"/>
                <a:gd name="connsiteY5" fmla="*/ 1117405 h 1117405"/>
                <a:gd name="connsiteX6" fmla="*/ 0 w 1301533"/>
                <a:gd name="connsiteY6" fmla="*/ 558703 h 111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1533" h="1117405">
                  <a:moveTo>
                    <a:pt x="0" y="558703"/>
                  </a:moveTo>
                  <a:lnTo>
                    <a:pt x="279351" y="0"/>
                  </a:lnTo>
                  <a:lnTo>
                    <a:pt x="1022182" y="0"/>
                  </a:lnTo>
                  <a:lnTo>
                    <a:pt x="1301533" y="558703"/>
                  </a:lnTo>
                  <a:lnTo>
                    <a:pt x="1022182" y="1117405"/>
                  </a:lnTo>
                  <a:lnTo>
                    <a:pt x="279351" y="1117405"/>
                  </a:lnTo>
                  <a:lnTo>
                    <a:pt x="0" y="558703"/>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1578" tIns="188301" rIns="201578" bIns="188301" numCol="1" spcCol="1270" anchor="ctr" anchorCtr="0">
              <a:noAutofit/>
            </a:bodyPr>
            <a:lstStyle/>
            <a:p>
              <a:pPr marL="0" lvl="0" indent="0" algn="ctr" defTabSz="533400">
                <a:lnSpc>
                  <a:spcPct val="90000"/>
                </a:lnSpc>
                <a:spcBef>
                  <a:spcPct val="0"/>
                </a:spcBef>
                <a:spcAft>
                  <a:spcPct val="35000"/>
                </a:spcAft>
                <a:buNone/>
              </a:pPr>
              <a:r>
                <a:rPr lang="en-US" kern="1200"/>
                <a:t>Caffeine tolerance and time of consumption</a:t>
              </a:r>
            </a:p>
          </p:txBody>
        </p:sp>
        <p:sp>
          <p:nvSpPr>
            <p:cNvPr id="11" name="Hexagon 10">
              <a:extLst>
                <a:ext uri="{FF2B5EF4-FFF2-40B4-BE49-F238E27FC236}">
                  <a16:creationId xmlns:a16="http://schemas.microsoft.com/office/drawing/2014/main" id="{9534173B-10E6-2807-350B-A97C4B4FBE30}"/>
                </a:ext>
              </a:extLst>
            </p:cNvPr>
            <p:cNvSpPr/>
            <p:nvPr/>
          </p:nvSpPr>
          <p:spPr>
            <a:xfrm>
              <a:off x="5781313" y="5228371"/>
              <a:ext cx="151822" cy="130864"/>
            </a:xfrm>
            <a:prstGeom prst="hexagon">
              <a:avLst>
                <a:gd name="adj" fmla="val 25000"/>
                <a:gd name="vf" fmla="val 115470"/>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2" name="Hexagon 11" descr="Pantone color samples">
              <a:extLst>
                <a:ext uri="{FF2B5EF4-FFF2-40B4-BE49-F238E27FC236}">
                  <a16:creationId xmlns:a16="http://schemas.microsoft.com/office/drawing/2014/main" id="{51649F2B-1363-E88E-3CCF-EBF625BE1D47}"/>
                </a:ext>
              </a:extLst>
            </p:cNvPr>
            <p:cNvSpPr/>
            <p:nvPr/>
          </p:nvSpPr>
          <p:spPr>
            <a:xfrm>
              <a:off x="4908598" y="3068289"/>
              <a:ext cx="1301533" cy="1117405"/>
            </a:xfrm>
            <a:prstGeom prst="hexagon">
              <a:avLst>
                <a:gd name="adj" fmla="val 25000"/>
                <a:gd name="vf" fmla="val 115470"/>
              </a:avLst>
            </a:prstGeom>
            <a:blipFill>
              <a:blip r:embed="rId4"/>
              <a:srcRect/>
              <a:stretch>
                <a:fillRect l="-31000" r="-31000"/>
              </a:stretch>
            </a:blipFill>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Hexagon 12">
              <a:extLst>
                <a:ext uri="{FF2B5EF4-FFF2-40B4-BE49-F238E27FC236}">
                  <a16:creationId xmlns:a16="http://schemas.microsoft.com/office/drawing/2014/main" id="{2E564B29-F517-86D2-B57D-A80DD6E6D08F}"/>
                </a:ext>
              </a:extLst>
            </p:cNvPr>
            <p:cNvSpPr/>
            <p:nvPr/>
          </p:nvSpPr>
          <p:spPr>
            <a:xfrm>
              <a:off x="6036651" y="5377973"/>
              <a:ext cx="151822" cy="130864"/>
            </a:xfrm>
            <a:prstGeom prst="hexagon">
              <a:avLst>
                <a:gd name="adj" fmla="val 25000"/>
                <a:gd name="vf" fmla="val 115470"/>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4" name="Freeform: Shape 13">
              <a:extLst>
                <a:ext uri="{FF2B5EF4-FFF2-40B4-BE49-F238E27FC236}">
                  <a16:creationId xmlns:a16="http://schemas.microsoft.com/office/drawing/2014/main" id="{49296093-427E-771F-08CA-224FAAFF2116}"/>
                </a:ext>
              </a:extLst>
            </p:cNvPr>
            <p:cNvSpPr/>
            <p:nvPr/>
          </p:nvSpPr>
          <p:spPr>
            <a:xfrm>
              <a:off x="3765523" y="3647586"/>
              <a:ext cx="1301533" cy="1117405"/>
            </a:xfrm>
            <a:custGeom>
              <a:avLst/>
              <a:gdLst>
                <a:gd name="connsiteX0" fmla="*/ 0 w 1301533"/>
                <a:gd name="connsiteY0" fmla="*/ 558703 h 1117405"/>
                <a:gd name="connsiteX1" fmla="*/ 279351 w 1301533"/>
                <a:gd name="connsiteY1" fmla="*/ 0 h 1117405"/>
                <a:gd name="connsiteX2" fmla="*/ 1022182 w 1301533"/>
                <a:gd name="connsiteY2" fmla="*/ 0 h 1117405"/>
                <a:gd name="connsiteX3" fmla="*/ 1301533 w 1301533"/>
                <a:gd name="connsiteY3" fmla="*/ 558703 h 1117405"/>
                <a:gd name="connsiteX4" fmla="*/ 1022182 w 1301533"/>
                <a:gd name="connsiteY4" fmla="*/ 1117405 h 1117405"/>
                <a:gd name="connsiteX5" fmla="*/ 279351 w 1301533"/>
                <a:gd name="connsiteY5" fmla="*/ 1117405 h 1117405"/>
                <a:gd name="connsiteX6" fmla="*/ 0 w 1301533"/>
                <a:gd name="connsiteY6" fmla="*/ 558703 h 111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1533" h="1117405">
                  <a:moveTo>
                    <a:pt x="0" y="558703"/>
                  </a:moveTo>
                  <a:lnTo>
                    <a:pt x="279351" y="0"/>
                  </a:lnTo>
                  <a:lnTo>
                    <a:pt x="1022182" y="0"/>
                  </a:lnTo>
                  <a:lnTo>
                    <a:pt x="1301533" y="558703"/>
                  </a:lnTo>
                  <a:lnTo>
                    <a:pt x="1022182" y="1117405"/>
                  </a:lnTo>
                  <a:lnTo>
                    <a:pt x="279351" y="1117405"/>
                  </a:lnTo>
                  <a:lnTo>
                    <a:pt x="0" y="558703"/>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1578" tIns="188301" rIns="201578" bIns="188301" numCol="1" spcCol="1270" anchor="ctr" anchorCtr="0">
              <a:noAutofit/>
            </a:bodyPr>
            <a:lstStyle/>
            <a:p>
              <a:pPr marL="0" lvl="0" indent="0" algn="ctr" defTabSz="533400">
                <a:lnSpc>
                  <a:spcPct val="90000"/>
                </a:lnSpc>
                <a:spcBef>
                  <a:spcPct val="0"/>
                </a:spcBef>
                <a:spcAft>
                  <a:spcPct val="35000"/>
                </a:spcAft>
                <a:buNone/>
              </a:pPr>
              <a:r>
                <a:rPr lang="en-US" sz="2400" kern="1200"/>
                <a:t>Sample Size</a:t>
              </a:r>
            </a:p>
          </p:txBody>
        </p:sp>
        <p:sp>
          <p:nvSpPr>
            <p:cNvPr id="15" name="Hexagon 14">
              <a:extLst>
                <a:ext uri="{FF2B5EF4-FFF2-40B4-BE49-F238E27FC236}">
                  <a16:creationId xmlns:a16="http://schemas.microsoft.com/office/drawing/2014/main" id="{0DC661B6-D394-F5B5-289B-4CCF5969A756}"/>
                </a:ext>
              </a:extLst>
            </p:cNvPr>
            <p:cNvSpPr/>
            <p:nvPr/>
          </p:nvSpPr>
          <p:spPr>
            <a:xfrm>
              <a:off x="4657136" y="3668702"/>
              <a:ext cx="151822" cy="130864"/>
            </a:xfrm>
            <a:prstGeom prst="hexagon">
              <a:avLst>
                <a:gd name="adj" fmla="val 25000"/>
                <a:gd name="vf" fmla="val 115470"/>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6" name="Hexagon 15" descr="Black coffee in a white cup and saucer">
              <a:extLst>
                <a:ext uri="{FF2B5EF4-FFF2-40B4-BE49-F238E27FC236}">
                  <a16:creationId xmlns:a16="http://schemas.microsoft.com/office/drawing/2014/main" id="{1B18A30E-4BB4-35A8-9D33-B6321EF438C9}"/>
                </a:ext>
              </a:extLst>
            </p:cNvPr>
            <p:cNvSpPr/>
            <p:nvPr/>
          </p:nvSpPr>
          <p:spPr>
            <a:xfrm>
              <a:off x="5961928" y="4858385"/>
              <a:ext cx="1301533" cy="1117405"/>
            </a:xfrm>
            <a:prstGeom prst="hexagon">
              <a:avLst>
                <a:gd name="adj" fmla="val 25000"/>
                <a:gd name="vf" fmla="val 115470"/>
              </a:avLst>
            </a:prstGeom>
            <a:blipFill>
              <a:blip r:embed="rId5"/>
              <a:srcRect/>
              <a:stretch>
                <a:fillRect l="-15000" r="-15000"/>
              </a:stretch>
            </a:blipFill>
          </p:spPr>
          <p:style>
            <a:lnRef idx="2">
              <a:schemeClr val="accent1">
                <a:hueOff val="0"/>
                <a:satOff val="0"/>
                <a:lumOff val="0"/>
                <a:alphaOff val="0"/>
              </a:schemeClr>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7" name="Hexagon 16">
              <a:extLst>
                <a:ext uri="{FF2B5EF4-FFF2-40B4-BE49-F238E27FC236}">
                  <a16:creationId xmlns:a16="http://schemas.microsoft.com/office/drawing/2014/main" id="{B6B7F272-8B1A-8A71-6B69-9A5824AC3B06}"/>
                </a:ext>
              </a:extLst>
            </p:cNvPr>
            <p:cNvSpPr/>
            <p:nvPr/>
          </p:nvSpPr>
          <p:spPr>
            <a:xfrm>
              <a:off x="4922135" y="3521480"/>
              <a:ext cx="151822" cy="130864"/>
            </a:xfrm>
            <a:prstGeom prst="hexagon">
              <a:avLst>
                <a:gd name="adj" fmla="val 25000"/>
                <a:gd name="vf" fmla="val 115470"/>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8" name="Freeform: Shape 17">
              <a:extLst>
                <a:ext uri="{FF2B5EF4-FFF2-40B4-BE49-F238E27FC236}">
                  <a16:creationId xmlns:a16="http://schemas.microsoft.com/office/drawing/2014/main" id="{2CF897D3-5687-65B2-8F6E-4E5071DCD357}"/>
                </a:ext>
              </a:extLst>
            </p:cNvPr>
            <p:cNvSpPr/>
            <p:nvPr/>
          </p:nvSpPr>
          <p:spPr>
            <a:xfrm>
              <a:off x="6004906" y="3645206"/>
              <a:ext cx="1301533" cy="1117405"/>
            </a:xfrm>
            <a:custGeom>
              <a:avLst/>
              <a:gdLst>
                <a:gd name="connsiteX0" fmla="*/ 0 w 1301533"/>
                <a:gd name="connsiteY0" fmla="*/ 558703 h 1117405"/>
                <a:gd name="connsiteX1" fmla="*/ 279351 w 1301533"/>
                <a:gd name="connsiteY1" fmla="*/ 0 h 1117405"/>
                <a:gd name="connsiteX2" fmla="*/ 1022182 w 1301533"/>
                <a:gd name="connsiteY2" fmla="*/ 0 h 1117405"/>
                <a:gd name="connsiteX3" fmla="*/ 1301533 w 1301533"/>
                <a:gd name="connsiteY3" fmla="*/ 558703 h 1117405"/>
                <a:gd name="connsiteX4" fmla="*/ 1022182 w 1301533"/>
                <a:gd name="connsiteY4" fmla="*/ 1117405 h 1117405"/>
                <a:gd name="connsiteX5" fmla="*/ 279351 w 1301533"/>
                <a:gd name="connsiteY5" fmla="*/ 1117405 h 1117405"/>
                <a:gd name="connsiteX6" fmla="*/ 0 w 1301533"/>
                <a:gd name="connsiteY6" fmla="*/ 558703 h 111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1533" h="1117405">
                  <a:moveTo>
                    <a:pt x="0" y="558703"/>
                  </a:moveTo>
                  <a:lnTo>
                    <a:pt x="279351" y="0"/>
                  </a:lnTo>
                  <a:lnTo>
                    <a:pt x="1022182" y="0"/>
                  </a:lnTo>
                  <a:lnTo>
                    <a:pt x="1301533" y="558703"/>
                  </a:lnTo>
                  <a:lnTo>
                    <a:pt x="1022182" y="1117405"/>
                  </a:lnTo>
                  <a:lnTo>
                    <a:pt x="279351" y="1117405"/>
                  </a:lnTo>
                  <a:lnTo>
                    <a:pt x="0" y="558703"/>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1578" tIns="188301" rIns="201578" bIns="188301" numCol="1" spcCol="1270" anchor="ctr" anchorCtr="0">
              <a:noAutofit/>
            </a:bodyPr>
            <a:lstStyle/>
            <a:p>
              <a:pPr marL="0" lvl="0" indent="0" algn="ctr" defTabSz="533400">
                <a:lnSpc>
                  <a:spcPct val="90000"/>
                </a:lnSpc>
                <a:spcBef>
                  <a:spcPct val="0"/>
                </a:spcBef>
                <a:spcAft>
                  <a:spcPct val="35000"/>
                </a:spcAft>
                <a:buNone/>
              </a:pPr>
              <a:r>
                <a:rPr lang="en-US" sz="2800" kern="1200"/>
                <a:t>Anxiety</a:t>
              </a:r>
            </a:p>
          </p:txBody>
        </p:sp>
        <p:sp>
          <p:nvSpPr>
            <p:cNvPr id="19" name="Hexagon 18">
              <a:extLst>
                <a:ext uri="{FF2B5EF4-FFF2-40B4-BE49-F238E27FC236}">
                  <a16:creationId xmlns:a16="http://schemas.microsoft.com/office/drawing/2014/main" id="{99B33453-6342-B44E-603E-228E6396DBA3}"/>
                </a:ext>
              </a:extLst>
            </p:cNvPr>
            <p:cNvSpPr/>
            <p:nvPr/>
          </p:nvSpPr>
          <p:spPr>
            <a:xfrm>
              <a:off x="7131153" y="4140410"/>
              <a:ext cx="151822" cy="130864"/>
            </a:xfrm>
            <a:prstGeom prst="hexagon">
              <a:avLst>
                <a:gd name="adj" fmla="val 25000"/>
                <a:gd name="vf" fmla="val 115470"/>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2" name="Freeform: Shape 21">
              <a:extLst>
                <a:ext uri="{FF2B5EF4-FFF2-40B4-BE49-F238E27FC236}">
                  <a16:creationId xmlns:a16="http://schemas.microsoft.com/office/drawing/2014/main" id="{37AA303B-57B6-FB93-B76B-A148CE22FC14}"/>
                </a:ext>
              </a:extLst>
            </p:cNvPr>
            <p:cNvSpPr/>
            <p:nvPr/>
          </p:nvSpPr>
          <p:spPr>
            <a:xfrm>
              <a:off x="2669216" y="3045758"/>
              <a:ext cx="1301533" cy="1117405"/>
            </a:xfrm>
            <a:custGeom>
              <a:avLst/>
              <a:gdLst>
                <a:gd name="connsiteX0" fmla="*/ 0 w 1301533"/>
                <a:gd name="connsiteY0" fmla="*/ 558703 h 1117405"/>
                <a:gd name="connsiteX1" fmla="*/ 279351 w 1301533"/>
                <a:gd name="connsiteY1" fmla="*/ 0 h 1117405"/>
                <a:gd name="connsiteX2" fmla="*/ 1022182 w 1301533"/>
                <a:gd name="connsiteY2" fmla="*/ 0 h 1117405"/>
                <a:gd name="connsiteX3" fmla="*/ 1301533 w 1301533"/>
                <a:gd name="connsiteY3" fmla="*/ 558703 h 1117405"/>
                <a:gd name="connsiteX4" fmla="*/ 1022182 w 1301533"/>
                <a:gd name="connsiteY4" fmla="*/ 1117405 h 1117405"/>
                <a:gd name="connsiteX5" fmla="*/ 279351 w 1301533"/>
                <a:gd name="connsiteY5" fmla="*/ 1117405 h 1117405"/>
                <a:gd name="connsiteX6" fmla="*/ 0 w 1301533"/>
                <a:gd name="connsiteY6" fmla="*/ 558703 h 111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1533" h="1117405">
                  <a:moveTo>
                    <a:pt x="0" y="558703"/>
                  </a:moveTo>
                  <a:lnTo>
                    <a:pt x="279351" y="0"/>
                  </a:lnTo>
                  <a:lnTo>
                    <a:pt x="1022182" y="0"/>
                  </a:lnTo>
                  <a:lnTo>
                    <a:pt x="1301533" y="558703"/>
                  </a:lnTo>
                  <a:lnTo>
                    <a:pt x="1022182" y="1117405"/>
                  </a:lnTo>
                  <a:lnTo>
                    <a:pt x="279351" y="1117405"/>
                  </a:lnTo>
                  <a:lnTo>
                    <a:pt x="0" y="558703"/>
                  </a:lnTo>
                  <a:close/>
                </a:path>
              </a:pathLst>
            </a:cu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1578" tIns="188301" rIns="201578" bIns="188301" numCol="1" spcCol="1270" anchor="ctr" anchorCtr="0">
              <a:noAutofit/>
            </a:bodyPr>
            <a:lstStyle/>
            <a:p>
              <a:pPr marL="0" lvl="0" indent="0" algn="ctr" defTabSz="533400">
                <a:lnSpc>
                  <a:spcPct val="90000"/>
                </a:lnSpc>
                <a:spcBef>
                  <a:spcPct val="0"/>
                </a:spcBef>
                <a:spcAft>
                  <a:spcPct val="35000"/>
                </a:spcAft>
                <a:buNone/>
              </a:pPr>
              <a:r>
                <a:rPr lang="en-US" sz="2800" kern="1200"/>
                <a:t>ADHD</a:t>
              </a:r>
              <a:endParaRPr lang="en-US" sz="1200" kern="1200"/>
            </a:p>
          </p:txBody>
        </p:sp>
        <p:sp>
          <p:nvSpPr>
            <p:cNvPr id="23" name="Hexagon 22">
              <a:extLst>
                <a:ext uri="{FF2B5EF4-FFF2-40B4-BE49-F238E27FC236}">
                  <a16:creationId xmlns:a16="http://schemas.microsoft.com/office/drawing/2014/main" id="{323A4EF8-8126-87E8-36A7-6FD93D0DF28D}"/>
                </a:ext>
              </a:extLst>
            </p:cNvPr>
            <p:cNvSpPr/>
            <p:nvPr/>
          </p:nvSpPr>
          <p:spPr>
            <a:xfrm>
              <a:off x="3555391" y="4009127"/>
              <a:ext cx="151822" cy="130864"/>
            </a:xfrm>
            <a:prstGeom prst="hexagon">
              <a:avLst>
                <a:gd name="adj" fmla="val 25000"/>
                <a:gd name="vf" fmla="val 115470"/>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Slide Number Placeholder 2">
            <a:extLst>
              <a:ext uri="{FF2B5EF4-FFF2-40B4-BE49-F238E27FC236}">
                <a16:creationId xmlns:a16="http://schemas.microsoft.com/office/drawing/2014/main" id="{31746DE4-31D4-A60A-1D13-DDB677DFF044}"/>
              </a:ext>
            </a:extLst>
          </p:cNvPr>
          <p:cNvSpPr>
            <a:spLocks noGrp="1"/>
          </p:cNvSpPr>
          <p:nvPr>
            <p:ph type="sldNum" sz="quarter" idx="12"/>
          </p:nvPr>
        </p:nvSpPr>
        <p:spPr/>
        <p:txBody>
          <a:bodyPr/>
          <a:lstStyle/>
          <a:p>
            <a:r>
              <a:rPr lang="en-US"/>
              <a:t>JC </a:t>
            </a:r>
            <a:fld id="{3F4D5D7E-5E80-4F08-8F4D-D7D7A414CFF6}" type="slidenum">
              <a:rPr lang="en-US" smtClean="0"/>
              <a:t>19</a:t>
            </a:fld>
            <a:endParaRPr lang="en-US"/>
          </a:p>
        </p:txBody>
      </p:sp>
    </p:spTree>
    <p:extLst>
      <p:ext uri="{BB962C8B-B14F-4D97-AF65-F5344CB8AC3E}">
        <p14:creationId xmlns:p14="http://schemas.microsoft.com/office/powerpoint/2010/main" val="1904116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C17F1F-BC05-C273-0746-0F48F65FDABE}"/>
              </a:ext>
            </a:extLst>
          </p:cNvPr>
          <p:cNvSpPr>
            <a:spLocks noGrp="1"/>
          </p:cNvSpPr>
          <p:nvPr>
            <p:ph type="title"/>
          </p:nvPr>
        </p:nvSpPr>
        <p:spPr>
          <a:xfrm>
            <a:off x="1127208" y="857251"/>
            <a:ext cx="4747280" cy="3098061"/>
          </a:xfrm>
        </p:spPr>
        <p:txBody>
          <a:bodyPr vert="horz" lIns="91440" tIns="45720" rIns="91440" bIns="45720" rtlCol="0" anchor="b">
            <a:normAutofit/>
          </a:bodyPr>
          <a:lstStyle/>
          <a:p>
            <a:r>
              <a:rPr lang="en-US" sz="5200" kern="1200">
                <a:solidFill>
                  <a:srgbClr val="FFFFFF"/>
                </a:solidFill>
              </a:rPr>
              <a:t>Questions</a:t>
            </a:r>
          </a:p>
        </p:txBody>
      </p:sp>
      <p:sp>
        <p:nvSpPr>
          <p:cNvPr id="25" name="Rectangle 24">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Question mark">
            <a:extLst>
              <a:ext uri="{FF2B5EF4-FFF2-40B4-BE49-F238E27FC236}">
                <a16:creationId xmlns:a16="http://schemas.microsoft.com/office/drawing/2014/main" id="{2C60FFAE-E6CF-5AE3-89EE-E147D62A3C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61874" y="2108877"/>
            <a:ext cx="2654533" cy="2654533"/>
          </a:xfrm>
          <a:prstGeom prst="rect">
            <a:avLst/>
          </a:prstGeom>
        </p:spPr>
      </p:pic>
      <p:sp>
        <p:nvSpPr>
          <p:cNvPr id="3" name="Slide Number Placeholder 2">
            <a:extLst>
              <a:ext uri="{FF2B5EF4-FFF2-40B4-BE49-F238E27FC236}">
                <a16:creationId xmlns:a16="http://schemas.microsoft.com/office/drawing/2014/main" id="{7A5B3A9B-F277-02F3-7878-F6183213F524}"/>
              </a:ext>
            </a:extLst>
          </p:cNvPr>
          <p:cNvSpPr>
            <a:spLocks noGrp="1"/>
          </p:cNvSpPr>
          <p:nvPr>
            <p:ph type="sldNum" sz="quarter" idx="12"/>
          </p:nvPr>
        </p:nvSpPr>
        <p:spPr/>
        <p:txBody>
          <a:bodyPr/>
          <a:lstStyle/>
          <a:p>
            <a:fld id="{3F4D5D7E-5E80-4F08-8F4D-D7D7A414CFF6}" type="slidenum">
              <a:rPr lang="en-US" smtClean="0"/>
              <a:t>20</a:t>
            </a:fld>
            <a:endParaRPr lang="en-US"/>
          </a:p>
        </p:txBody>
      </p:sp>
    </p:spTree>
    <p:extLst>
      <p:ext uri="{BB962C8B-B14F-4D97-AF65-F5344CB8AC3E}">
        <p14:creationId xmlns:p14="http://schemas.microsoft.com/office/powerpoint/2010/main" val="2202450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712F18-E93F-261D-4991-B244C763D149}"/>
              </a:ext>
            </a:extLst>
          </p:cNvPr>
          <p:cNvSpPr>
            <a:spLocks noGrp="1"/>
          </p:cNvSpPr>
          <p:nvPr>
            <p:ph type="title"/>
          </p:nvPr>
        </p:nvSpPr>
        <p:spPr>
          <a:xfrm>
            <a:off x="1371599" y="294538"/>
            <a:ext cx="9895951" cy="1033669"/>
          </a:xfrm>
        </p:spPr>
        <p:txBody>
          <a:bodyPr>
            <a:normAutofit/>
          </a:bodyPr>
          <a:lstStyle/>
          <a:p>
            <a:r>
              <a:rPr lang="en-US" sz="4000">
                <a:solidFill>
                  <a:srgbClr val="FFFFFF"/>
                </a:solidFill>
                <a:latin typeface="Verdana"/>
                <a:ea typeface="Verdana"/>
              </a:rPr>
              <a:t>Question 1</a:t>
            </a:r>
            <a:endParaRPr lang="en-US" sz="4000">
              <a:solidFill>
                <a:srgbClr val="FFFFFF"/>
              </a:solidFill>
            </a:endParaRPr>
          </a:p>
        </p:txBody>
      </p:sp>
      <p:sp>
        <p:nvSpPr>
          <p:cNvPr id="3" name="Content Placeholder 2">
            <a:extLst>
              <a:ext uri="{FF2B5EF4-FFF2-40B4-BE49-F238E27FC236}">
                <a16:creationId xmlns:a16="http://schemas.microsoft.com/office/drawing/2014/main" id="{ADF1C588-DE98-7561-2520-A8B5FE747BE1}"/>
              </a:ext>
            </a:extLst>
          </p:cNvPr>
          <p:cNvSpPr>
            <a:spLocks noGrp="1"/>
          </p:cNvSpPr>
          <p:nvPr>
            <p:ph idx="1"/>
          </p:nvPr>
        </p:nvSpPr>
        <p:spPr>
          <a:xfrm>
            <a:off x="1233982" y="2178061"/>
            <a:ext cx="9724031" cy="3683358"/>
          </a:xfrm>
        </p:spPr>
        <p:txBody>
          <a:bodyPr anchor="ctr">
            <a:normAutofit lnSpcReduction="10000"/>
          </a:bodyPr>
          <a:lstStyle/>
          <a:p>
            <a:pPr marL="0" indent="0">
              <a:lnSpc>
                <a:spcPct val="160000"/>
              </a:lnSpc>
              <a:buNone/>
            </a:pPr>
            <a:r>
              <a:rPr lang="en-US" sz="2000" b="1"/>
              <a:t>Did the background support our findings for reaction time and heart rate?</a:t>
            </a:r>
          </a:p>
          <a:p>
            <a:pPr marL="0" indent="0">
              <a:lnSpc>
                <a:spcPct val="160000"/>
              </a:lnSpc>
              <a:buNone/>
            </a:pPr>
            <a:r>
              <a:rPr lang="en-US" sz="2000"/>
              <a:t>a) Yes, for both reaction time and heart rate</a:t>
            </a:r>
          </a:p>
          <a:p>
            <a:pPr marL="0" indent="0">
              <a:lnSpc>
                <a:spcPct val="160000"/>
              </a:lnSpc>
              <a:buNone/>
            </a:pPr>
            <a:br>
              <a:rPr lang="en-US" sz="2000"/>
            </a:br>
            <a:r>
              <a:rPr lang="en-US" sz="2000"/>
              <a:t>b) No, not for either</a:t>
            </a:r>
          </a:p>
          <a:p>
            <a:pPr marL="0" indent="0">
              <a:lnSpc>
                <a:spcPct val="160000"/>
              </a:lnSpc>
              <a:buNone/>
            </a:pPr>
            <a:br>
              <a:rPr lang="en-US" sz="2000"/>
            </a:br>
            <a:r>
              <a:rPr lang="en-US" sz="2000"/>
              <a:t>c) Supported for reaction time, not supported for heart rate </a:t>
            </a:r>
            <a:endParaRPr lang="en-US" sz="2000" b="1"/>
          </a:p>
        </p:txBody>
      </p:sp>
      <p:sp>
        <p:nvSpPr>
          <p:cNvPr id="4" name="Slide Number Placeholder 3">
            <a:extLst>
              <a:ext uri="{FF2B5EF4-FFF2-40B4-BE49-F238E27FC236}">
                <a16:creationId xmlns:a16="http://schemas.microsoft.com/office/drawing/2014/main" id="{BEA19F15-318B-567B-55D5-A0B932A45CBB}"/>
              </a:ext>
            </a:extLst>
          </p:cNvPr>
          <p:cNvSpPr>
            <a:spLocks noGrp="1"/>
          </p:cNvSpPr>
          <p:nvPr>
            <p:ph type="sldNum" sz="quarter" idx="12"/>
          </p:nvPr>
        </p:nvSpPr>
        <p:spPr>
          <a:xfrm>
            <a:off x="11704320" y="6455431"/>
            <a:ext cx="445913" cy="365125"/>
          </a:xfrm>
        </p:spPr>
        <p:txBody>
          <a:bodyPr>
            <a:normAutofit/>
          </a:bodyPr>
          <a:lstStyle/>
          <a:p>
            <a:pPr>
              <a:spcAft>
                <a:spcPts val="600"/>
              </a:spcAft>
            </a:pPr>
            <a:fld id="{3F4D5D7E-5E80-4F08-8F4D-D7D7A414CFF6}" type="slidenum">
              <a:rPr lang="en-US" sz="1100">
                <a:solidFill>
                  <a:schemeClr val="tx1">
                    <a:lumMod val="50000"/>
                    <a:lumOff val="50000"/>
                  </a:schemeClr>
                </a:solidFill>
              </a:rPr>
              <a:pPr>
                <a:spcAft>
                  <a:spcPts val="600"/>
                </a:spcAft>
              </a:pPr>
              <a:t>21</a:t>
            </a:fld>
            <a:endParaRPr lang="en-US" sz="1100">
              <a:solidFill>
                <a:schemeClr val="tx1">
                  <a:lumMod val="50000"/>
                  <a:lumOff val="50000"/>
                </a:schemeClr>
              </a:solidFill>
            </a:endParaRPr>
          </a:p>
        </p:txBody>
      </p:sp>
    </p:spTree>
    <p:extLst>
      <p:ext uri="{BB962C8B-B14F-4D97-AF65-F5344CB8AC3E}">
        <p14:creationId xmlns:p14="http://schemas.microsoft.com/office/powerpoint/2010/main" val="425123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3">
                                            <p:txEl>
                                              <p:pRg st="3" end="3"/>
                                            </p:txEl>
                                          </p:spTgt>
                                        </p:tgtEl>
                                        <p:attrNameLst>
                                          <p:attrName>style.color</p:attrName>
                                        </p:attrNameLst>
                                      </p:cBhvr>
                                      <p:to>
                                        <a:srgbClr val="FF26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18A5ED-24B7-5C44-EC8D-B26ADC8A9F86}"/>
              </a:ext>
            </a:extLst>
          </p:cNvPr>
          <p:cNvSpPr>
            <a:spLocks noGrp="1"/>
          </p:cNvSpPr>
          <p:nvPr>
            <p:ph type="title"/>
          </p:nvPr>
        </p:nvSpPr>
        <p:spPr>
          <a:xfrm>
            <a:off x="1371599" y="294538"/>
            <a:ext cx="9895951" cy="1033669"/>
          </a:xfrm>
        </p:spPr>
        <p:txBody>
          <a:bodyPr>
            <a:normAutofit/>
          </a:bodyPr>
          <a:lstStyle/>
          <a:p>
            <a:r>
              <a:rPr lang="en-US" sz="4000">
                <a:solidFill>
                  <a:srgbClr val="FFFFFF"/>
                </a:solidFill>
                <a:latin typeface="Verdana"/>
                <a:ea typeface="Verdana"/>
              </a:rPr>
              <a:t>Question 2</a:t>
            </a:r>
            <a:endParaRPr lang="en-US" sz="4000">
              <a:solidFill>
                <a:srgbClr val="FFFFFF"/>
              </a:solidFill>
            </a:endParaRPr>
          </a:p>
        </p:txBody>
      </p:sp>
      <p:sp>
        <p:nvSpPr>
          <p:cNvPr id="3" name="Content Placeholder 2">
            <a:extLst>
              <a:ext uri="{FF2B5EF4-FFF2-40B4-BE49-F238E27FC236}">
                <a16:creationId xmlns:a16="http://schemas.microsoft.com/office/drawing/2014/main" id="{9704AEDD-80BF-A3ED-94BD-DA064EE5F6D0}"/>
              </a:ext>
            </a:extLst>
          </p:cNvPr>
          <p:cNvSpPr>
            <a:spLocks noGrp="1"/>
          </p:cNvSpPr>
          <p:nvPr>
            <p:ph idx="1"/>
          </p:nvPr>
        </p:nvSpPr>
        <p:spPr>
          <a:xfrm>
            <a:off x="1233982" y="2178061"/>
            <a:ext cx="9724031" cy="3683358"/>
          </a:xfrm>
        </p:spPr>
        <p:txBody>
          <a:bodyPr anchor="ctr">
            <a:normAutofit fontScale="77500" lnSpcReduction="20000"/>
          </a:bodyPr>
          <a:lstStyle/>
          <a:p>
            <a:pPr marL="0" indent="0">
              <a:lnSpc>
                <a:spcPct val="160000"/>
              </a:lnSpc>
              <a:buNone/>
            </a:pPr>
            <a:r>
              <a:rPr lang="en-US" sz="2000" b="1"/>
              <a:t>Which conclusion is most supported if the experiment found that HR increased significantly while reaction time decreased after consuming energy drinks?</a:t>
            </a:r>
          </a:p>
          <a:p>
            <a:pPr marL="0" indent="0">
              <a:lnSpc>
                <a:spcPct val="160000"/>
              </a:lnSpc>
              <a:buNone/>
            </a:pPr>
            <a:r>
              <a:rPr lang="en-US" sz="2000"/>
              <a:t>a) Energy drinks improve alertness but may increase cardiovascular strain</a:t>
            </a:r>
          </a:p>
          <a:p>
            <a:pPr marL="0" indent="0">
              <a:lnSpc>
                <a:spcPct val="160000"/>
              </a:lnSpc>
              <a:buNone/>
            </a:pPr>
            <a:br>
              <a:rPr lang="en-US" sz="2000"/>
            </a:br>
            <a:r>
              <a:rPr lang="en-US" sz="2000"/>
              <a:t>b) Energy drinks reduce alertness and lower cardiovascular activity</a:t>
            </a:r>
          </a:p>
          <a:p>
            <a:pPr marL="0" indent="0">
              <a:lnSpc>
                <a:spcPct val="160000"/>
              </a:lnSpc>
              <a:buNone/>
            </a:pPr>
            <a:br>
              <a:rPr lang="en-US" sz="2000"/>
            </a:br>
            <a:r>
              <a:rPr lang="en-US" sz="2000"/>
              <a:t>c) Energy drinks have no measurable effect on performance</a:t>
            </a:r>
          </a:p>
          <a:p>
            <a:pPr marL="0" indent="0">
              <a:lnSpc>
                <a:spcPct val="160000"/>
              </a:lnSpc>
              <a:buNone/>
            </a:pPr>
            <a:br>
              <a:rPr lang="en-US" sz="2000"/>
            </a:br>
            <a:r>
              <a:rPr lang="en-US" sz="2000"/>
              <a:t>d) Energy drinks improve both cardiovascular health and reaction time</a:t>
            </a:r>
          </a:p>
        </p:txBody>
      </p:sp>
      <p:sp>
        <p:nvSpPr>
          <p:cNvPr id="4" name="Slide Number Placeholder 3">
            <a:extLst>
              <a:ext uri="{FF2B5EF4-FFF2-40B4-BE49-F238E27FC236}">
                <a16:creationId xmlns:a16="http://schemas.microsoft.com/office/drawing/2014/main" id="{FF023CD3-3FBA-6636-CD7F-FFBE3DA2CF24}"/>
              </a:ext>
            </a:extLst>
          </p:cNvPr>
          <p:cNvSpPr>
            <a:spLocks noGrp="1"/>
          </p:cNvSpPr>
          <p:nvPr>
            <p:ph type="sldNum" sz="quarter" idx="12"/>
          </p:nvPr>
        </p:nvSpPr>
        <p:spPr>
          <a:xfrm>
            <a:off x="11704320" y="6455431"/>
            <a:ext cx="445913" cy="365125"/>
          </a:xfrm>
        </p:spPr>
        <p:txBody>
          <a:bodyPr>
            <a:normAutofit/>
          </a:bodyPr>
          <a:lstStyle/>
          <a:p>
            <a:pPr>
              <a:spcAft>
                <a:spcPts val="600"/>
              </a:spcAft>
            </a:pPr>
            <a:fld id="{3F4D5D7E-5E80-4F08-8F4D-D7D7A414CFF6}" type="slidenum">
              <a:rPr lang="en-US" sz="1100">
                <a:solidFill>
                  <a:schemeClr val="tx1">
                    <a:lumMod val="50000"/>
                    <a:lumOff val="50000"/>
                  </a:schemeClr>
                </a:solidFill>
              </a:rPr>
              <a:pPr>
                <a:spcAft>
                  <a:spcPts val="600"/>
                </a:spcAft>
              </a:pPr>
              <a:t>22</a:t>
            </a:fld>
            <a:endParaRPr lang="en-US" sz="1100">
              <a:solidFill>
                <a:schemeClr val="tx1">
                  <a:lumMod val="50000"/>
                  <a:lumOff val="50000"/>
                </a:schemeClr>
              </a:solidFill>
            </a:endParaRPr>
          </a:p>
        </p:txBody>
      </p:sp>
    </p:spTree>
    <p:extLst>
      <p:ext uri="{BB962C8B-B14F-4D97-AF65-F5344CB8AC3E}">
        <p14:creationId xmlns:p14="http://schemas.microsoft.com/office/powerpoint/2010/main" val="16289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3">
                                            <p:txEl>
                                              <p:pRg st="1" end="1"/>
                                            </p:txEl>
                                          </p:spTgt>
                                        </p:tgtEl>
                                        <p:attrNameLst>
                                          <p:attrName>ppt_x</p:attrName>
                                          <p:attrName>ppt_y</p:attrName>
                                        </p:attrNameLst>
                                      </p:cBhvr>
                                    </p:animMotion>
                                    <p:animRot by="1500000">
                                      <p:cBhvr>
                                        <p:cTn id="7" dur="125" fill="hold">
                                          <p:stCondLst>
                                            <p:cond delay="0"/>
                                          </p:stCondLst>
                                        </p:cTn>
                                        <p:tgtEl>
                                          <p:spTgt spid="3">
                                            <p:txEl>
                                              <p:pRg st="1" end="1"/>
                                            </p:txEl>
                                          </p:spTgt>
                                        </p:tgtEl>
                                        <p:attrNameLst>
                                          <p:attrName>r</p:attrName>
                                        </p:attrNameLst>
                                      </p:cBhvr>
                                    </p:animRot>
                                    <p:animRot by="-1500000">
                                      <p:cBhvr>
                                        <p:cTn id="8" dur="125" fill="hold">
                                          <p:stCondLst>
                                            <p:cond delay="125"/>
                                          </p:stCondLst>
                                        </p:cTn>
                                        <p:tgtEl>
                                          <p:spTgt spid="3">
                                            <p:txEl>
                                              <p:pRg st="1" end="1"/>
                                            </p:txEl>
                                          </p:spTgt>
                                        </p:tgtEl>
                                        <p:attrNameLst>
                                          <p:attrName>r</p:attrName>
                                        </p:attrNameLst>
                                      </p:cBhvr>
                                    </p:animRot>
                                    <p:animRot by="-1500000">
                                      <p:cBhvr>
                                        <p:cTn id="9" dur="125" fill="hold">
                                          <p:stCondLst>
                                            <p:cond delay="250"/>
                                          </p:stCondLst>
                                        </p:cTn>
                                        <p:tgtEl>
                                          <p:spTgt spid="3">
                                            <p:txEl>
                                              <p:pRg st="1" end="1"/>
                                            </p:txEl>
                                          </p:spTgt>
                                        </p:tgtEl>
                                        <p:attrNameLst>
                                          <p:attrName>r</p:attrName>
                                        </p:attrNameLst>
                                      </p:cBhvr>
                                    </p:animRot>
                                    <p:animRot by="1500000">
                                      <p:cBhvr>
                                        <p:cTn id="10" dur="125" fill="hold">
                                          <p:stCondLst>
                                            <p:cond delay="375"/>
                                          </p:stCondLst>
                                        </p:cTn>
                                        <p:tgtEl>
                                          <p:spTgt spid="3">
                                            <p:txEl>
                                              <p:pRg st="1" end="1"/>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CDCF9-D8CD-13E7-210C-9E66C9F0E3B5}"/>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6F95BA69-AAA8-E262-254F-F4A4E6C85CB3}"/>
              </a:ext>
            </a:extLst>
          </p:cNvPr>
          <p:cNvSpPr>
            <a:spLocks noGrp="1"/>
          </p:cNvSpPr>
          <p:nvPr>
            <p:ph idx="1"/>
          </p:nvPr>
        </p:nvSpPr>
        <p:spPr/>
        <p:txBody>
          <a:bodyPr>
            <a:normAutofit fontScale="32500" lnSpcReduction="20000"/>
          </a:bodyPr>
          <a:lstStyle/>
          <a:p>
            <a:r>
              <a:rPr lang="en-US"/>
              <a:t>Attwood, A. S., Higgs, S., &amp; Terry, P. (2007). Differential responsiveness to caffeine and perceived effects of caffeine in moderate and high regular caffeine consumers. </a:t>
            </a:r>
            <a:r>
              <a:rPr lang="en-US" i="1"/>
              <a:t>Psychopharmacology</a:t>
            </a:r>
            <a:r>
              <a:rPr lang="en-US"/>
              <a:t>, </a:t>
            </a:r>
            <a:r>
              <a:rPr lang="en-US" i="1"/>
              <a:t>190</a:t>
            </a:r>
            <a:r>
              <a:rPr lang="en-US"/>
              <a:t>(4), 469–477. https://doi-org.libezp.lib.lsu.edu/10.1007/s00213-006-0643-5</a:t>
            </a:r>
          </a:p>
          <a:p>
            <a:r>
              <a:rPr lang="en-US" err="1"/>
              <a:t>Bartrim</a:t>
            </a:r>
            <a:r>
              <a:rPr lang="en-US"/>
              <a:t>, K., McCarthy, B., McCartney, D., Grant, G., </a:t>
            </a:r>
            <a:r>
              <a:rPr lang="en-US" err="1"/>
              <a:t>Desbrow</a:t>
            </a:r>
            <a:r>
              <a:rPr lang="en-US"/>
              <a:t>, B., &amp; Irwin, C. (2020). Three consecutive nights of sleep loss: Effects of morning caffeine consumption on subjective sleepiness/alertness, reaction time and simulated driving performance. </a:t>
            </a:r>
            <a:r>
              <a:rPr lang="en-US" i="1"/>
              <a:t>Transportation Research: Part F</a:t>
            </a:r>
            <a:r>
              <a:rPr lang="en-US"/>
              <a:t>, </a:t>
            </a:r>
            <a:r>
              <a:rPr lang="en-US" i="1"/>
              <a:t>70</a:t>
            </a:r>
            <a:r>
              <a:rPr lang="en-US"/>
              <a:t>, 124–134. https://doi-org.libezp.lib.lsu.edu/10.1016/j.trf.2020.02.017</a:t>
            </a:r>
          </a:p>
          <a:p>
            <a:r>
              <a:rPr lang="en-US" err="1"/>
              <a:t>Hachenberger</a:t>
            </a:r>
            <a:r>
              <a:rPr lang="en-US"/>
              <a:t>, J., Li, Y.-M., Realo, A., &amp; Lemola, S. (2025). The association of caffeine consumption with positive affect but not with negative affect changes across the day. </a:t>
            </a:r>
            <a:r>
              <a:rPr lang="en-US" i="1"/>
              <a:t>Scientific Reports</a:t>
            </a:r>
            <a:r>
              <a:rPr lang="en-US"/>
              <a:t>, </a:t>
            </a:r>
            <a:r>
              <a:rPr lang="en-US" i="1"/>
              <a:t>15</a:t>
            </a:r>
            <a:r>
              <a:rPr lang="en-US"/>
              <a:t>(1), 1–12. https://doi-org.libezp.lib.lsu.edu/10.1038/s41598-025-14317-0</a:t>
            </a:r>
          </a:p>
          <a:p>
            <a:r>
              <a:rPr lang="en-US"/>
              <a:t>Herz, R. S. (1999). </a:t>
            </a:r>
            <a:r>
              <a:rPr lang="en-US" i="1"/>
              <a:t>Caffeine effects on mood and memory</a:t>
            </a:r>
            <a:r>
              <a:rPr lang="en-US"/>
              <a:t>. </a:t>
            </a:r>
            <a:r>
              <a:rPr lang="fr-FR"/>
              <a:t>Science Direct. https://doi.org/10.1016/S0005-7967(98)00190-9 </a:t>
            </a:r>
            <a:endParaRPr lang="en-US"/>
          </a:p>
          <a:p>
            <a:r>
              <a:rPr lang="en-US" err="1"/>
              <a:t>Leimroth</a:t>
            </a:r>
            <a:r>
              <a:rPr lang="en-US"/>
              <a:t>, S., </a:t>
            </a:r>
            <a:r>
              <a:rPr lang="en-US" err="1"/>
              <a:t>Villarey</a:t>
            </a:r>
            <a:r>
              <a:rPr lang="en-US"/>
              <a:t>, F., </a:t>
            </a:r>
            <a:r>
              <a:rPr lang="en-US" err="1"/>
              <a:t>Pawlenko</a:t>
            </a:r>
            <a:r>
              <a:rPr lang="en-US"/>
              <a:t>, N., DeBlasio, F., &amp; Barry, R. (2023). Heart rate and heart rate variability: Unaffected by caffeine consumption. </a:t>
            </a:r>
            <a:r>
              <a:rPr lang="en-US" i="1"/>
              <a:t>International Journal of Psychophysiology</a:t>
            </a:r>
            <a:r>
              <a:rPr lang="en-US"/>
              <a:t>, </a:t>
            </a:r>
            <a:r>
              <a:rPr lang="en-US" i="1"/>
              <a:t>188</a:t>
            </a:r>
            <a:r>
              <a:rPr lang="en-US"/>
              <a:t>, N.PAG. https://doi-org.libezp.lib.lsu.edu/10.1016/j.ijpsycho.2023.05.212</a:t>
            </a:r>
          </a:p>
          <a:p>
            <a:r>
              <a:rPr lang="en-US"/>
              <a:t>Liu, C., Wang, L., Zhang, C., Hu, Z., Tang, J., Xue, J., &amp; Lu, W. (2024). Caffeine intake and anxiety: a meta-analysis. </a:t>
            </a:r>
            <a:r>
              <a:rPr lang="en-US" i="1"/>
              <a:t>Frontiers in psychology</a:t>
            </a:r>
            <a:r>
              <a:rPr lang="en-US"/>
              <a:t>, </a:t>
            </a:r>
            <a:r>
              <a:rPr lang="en-US" i="1"/>
              <a:t>15</a:t>
            </a:r>
            <a:r>
              <a:rPr lang="en-US"/>
              <a:t>, 1270246. https://doi.org/10.3389/fpsyg.2024.1270246</a:t>
            </a:r>
          </a:p>
          <a:p>
            <a:r>
              <a:rPr lang="en-US"/>
              <a:t>Mayo Foundation for Medical Education and Research. (2025, February 21). </a:t>
            </a:r>
            <a:r>
              <a:rPr lang="en-US" i="1"/>
              <a:t>Caffeine: How much is too much?</a:t>
            </a:r>
            <a:r>
              <a:rPr lang="en-US"/>
              <a:t>. Mayo Clinic. https://www.mayoclinic.org/healthy-lifestyle/nutrition-and-healthy-eating/in-depth/caffeine/art-20045678#:~:text=Up%20to%20400%20milligrams%20(mg,two%20%22energy%20shot%22%20drinks</a:t>
            </a:r>
          </a:p>
          <a:p>
            <a:r>
              <a:rPr lang="en-US"/>
              <a:t>Michael, N., Johns, M., Owen, C., &amp; Patterson, J. (2008). Effects of caffeine on alertness as measured by infrared reflectance oculography. </a:t>
            </a:r>
            <a:r>
              <a:rPr lang="en-US" i="1"/>
              <a:t>Psychopharmacology</a:t>
            </a:r>
            <a:r>
              <a:rPr lang="en-US"/>
              <a:t>, </a:t>
            </a:r>
            <a:r>
              <a:rPr lang="en-US" i="1"/>
              <a:t>200</a:t>
            </a:r>
            <a:r>
              <a:rPr lang="en-US"/>
              <a:t>(2), 255–260. https://doi-org.libezp.lib.lsu.edu/10.1007/s00213-008-1202-z</a:t>
            </a:r>
          </a:p>
          <a:p>
            <a:r>
              <a:rPr lang="en-US"/>
              <a:t>Prabhavathi, K., Selvi, K. T., Poornima, K. N., &amp; Sarvanan, A. (2014). Role of biological sex in normal cardiac function and in its disease outcome - a review. </a:t>
            </a:r>
            <a:r>
              <a:rPr lang="en-US" i="1"/>
              <a:t>Journal of clinical and diagnostic research : JCDR</a:t>
            </a:r>
            <a:r>
              <a:rPr lang="en-US"/>
              <a:t>, </a:t>
            </a:r>
            <a:r>
              <a:rPr lang="en-US" i="1"/>
              <a:t>8</a:t>
            </a:r>
            <a:r>
              <a:rPr lang="en-US"/>
              <a:t>(8), BE01–BE4. https://doi.org/10.7860/JCDR/2014/9635.4771</a:t>
            </a:r>
          </a:p>
          <a:p>
            <a:r>
              <a:rPr lang="en-US"/>
              <a:t>Ragsdale, F. R., Gronli, T. D., Batool, N., Haight, N., Mehaffey, A., McMahon, E. C., Nalli, T. W., Mannello, C. M., Sell, C. J., McCann, P. J., </a:t>
            </a:r>
            <a:r>
              <a:rPr lang="en-US" err="1"/>
              <a:t>Kastello</a:t>
            </a:r>
            <a:r>
              <a:rPr lang="en-US"/>
              <a:t>, G. M., Hooks, T., &amp; Wilson, T. (2010). Effect of Red Bull energy drink on cardiovascular and renal function. </a:t>
            </a:r>
            <a:r>
              <a:rPr lang="en-US" i="1"/>
              <a:t>Amino Acids</a:t>
            </a:r>
            <a:r>
              <a:rPr lang="en-US"/>
              <a:t>, </a:t>
            </a:r>
            <a:r>
              <a:rPr lang="en-US" i="1"/>
              <a:t>38</a:t>
            </a:r>
            <a:r>
              <a:rPr lang="en-US"/>
              <a:t>(4), 1193–1200. https://doi-org.libezp.lib.lsu.edu/10.1007/s00726-009-0330-z</a:t>
            </a:r>
          </a:p>
          <a:p>
            <a:r>
              <a:rPr lang="fr-FR" err="1"/>
              <a:t>Vázquez</a:t>
            </a:r>
            <a:r>
              <a:rPr lang="fr-FR"/>
              <a:t>, J. C., Martin de la Torre, O., </a:t>
            </a:r>
            <a:r>
              <a:rPr lang="fr-FR" err="1"/>
              <a:t>López</a:t>
            </a:r>
            <a:r>
              <a:rPr lang="fr-FR"/>
              <a:t> </a:t>
            </a:r>
            <a:r>
              <a:rPr lang="fr-FR" err="1"/>
              <a:t>Palomé</a:t>
            </a:r>
            <a:r>
              <a:rPr lang="fr-FR"/>
              <a:t>, J., &amp; </a:t>
            </a:r>
            <a:r>
              <a:rPr lang="fr-FR" err="1"/>
              <a:t>Redolar</a:t>
            </a:r>
            <a:r>
              <a:rPr lang="fr-FR"/>
              <a:t>-Ripoll, D. (2022). </a:t>
            </a:r>
            <a:r>
              <a:rPr lang="en-US"/>
              <a:t>Effects of Caffeine Consumption on Attention Deficit Hyperactivity Disorder (ADHD) Treatment: A Systematic Review of Animal Studies. </a:t>
            </a:r>
            <a:r>
              <a:rPr lang="en-US" i="1"/>
              <a:t>Nutrients</a:t>
            </a:r>
            <a:r>
              <a:rPr lang="en-US"/>
              <a:t>, </a:t>
            </a:r>
            <a:r>
              <a:rPr lang="en-US" i="1"/>
              <a:t>14</a:t>
            </a:r>
            <a:r>
              <a:rPr lang="en-US"/>
              <a:t>(4), 739. https://doi.org/10.3390/nu14040739</a:t>
            </a:r>
          </a:p>
          <a:p>
            <a:r>
              <a:rPr lang="en-US"/>
              <a:t>Watson, J., Deary, I., &amp; Kerr, D. (2002). Central and peripheral effects of sustained caffeine use: tolerance is incomplete. </a:t>
            </a:r>
            <a:r>
              <a:rPr lang="en-US" i="1"/>
              <a:t>British journal of clinical pharmacology</a:t>
            </a:r>
            <a:r>
              <a:rPr lang="en-US"/>
              <a:t>, </a:t>
            </a:r>
            <a:r>
              <a:rPr lang="en-US" i="1"/>
              <a:t>54</a:t>
            </a:r>
            <a:r>
              <a:rPr lang="en-US"/>
              <a:t>(4), 400–406. https://doi.org/10.1046/j.1365-2125.2002.01681.x</a:t>
            </a:r>
          </a:p>
          <a:p>
            <a:r>
              <a:rPr lang="en-US"/>
              <a:t>Zhang, Y., Yang, W., Xue, Y., Hou, D., Chen, S., Xu, Z., Peng, S., Zhao, H., Wang, C., &amp; Liu, C. (2024). Timing Matters: Time of Day Impacts the Ergogenic Effects of Caffeine-A Narrative Review. </a:t>
            </a:r>
            <a:r>
              <a:rPr lang="en-US" i="1"/>
              <a:t>Nutrients</a:t>
            </a:r>
            <a:r>
              <a:rPr lang="en-US"/>
              <a:t>, </a:t>
            </a:r>
            <a:r>
              <a:rPr lang="en-US" i="1"/>
              <a:t>16</a:t>
            </a:r>
            <a:r>
              <a:rPr lang="en-US"/>
              <a:t>(10), 1421. https://doi.org/10.3390/nu16101421</a:t>
            </a:r>
          </a:p>
        </p:txBody>
      </p:sp>
      <p:sp>
        <p:nvSpPr>
          <p:cNvPr id="4" name="Slide Number Placeholder 3">
            <a:extLst>
              <a:ext uri="{FF2B5EF4-FFF2-40B4-BE49-F238E27FC236}">
                <a16:creationId xmlns:a16="http://schemas.microsoft.com/office/drawing/2014/main" id="{7708C88E-60DF-4D1E-5C7F-7B8750B430D0}"/>
              </a:ext>
            </a:extLst>
          </p:cNvPr>
          <p:cNvSpPr>
            <a:spLocks noGrp="1"/>
          </p:cNvSpPr>
          <p:nvPr>
            <p:ph type="sldNum" sz="quarter" idx="12"/>
          </p:nvPr>
        </p:nvSpPr>
        <p:spPr/>
        <p:txBody>
          <a:bodyPr/>
          <a:lstStyle/>
          <a:p>
            <a:fld id="{3F4D5D7E-5E80-4F08-8F4D-D7D7A414CFF6}" type="slidenum">
              <a:rPr lang="en-US" smtClean="0"/>
              <a:t>23</a:t>
            </a:fld>
            <a:endParaRPr lang="en-US"/>
          </a:p>
        </p:txBody>
      </p:sp>
    </p:spTree>
    <p:extLst>
      <p:ext uri="{BB962C8B-B14F-4D97-AF65-F5344CB8AC3E}">
        <p14:creationId xmlns:p14="http://schemas.microsoft.com/office/powerpoint/2010/main" val="2810102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9924F63C903A4D8732F74F1FACC2C3" ma:contentTypeVersion="15" ma:contentTypeDescription="Create a new document." ma:contentTypeScope="" ma:versionID="f8662cf14a77f9c566d7863ad5c3c349">
  <xsd:schema xmlns:xsd="http://www.w3.org/2001/XMLSchema" xmlns:xs="http://www.w3.org/2001/XMLSchema" xmlns:p="http://schemas.microsoft.com/office/2006/metadata/properties" xmlns:ns3="a63f43f9-3110-4383-9284-786af8fdb276" xmlns:ns4="f04fc2f8-c3ed-4743-a3d4-667c91316e34" targetNamespace="http://schemas.microsoft.com/office/2006/metadata/properties" ma:root="true" ma:fieldsID="80f83ab030c130fce8c36e6a13cd60a2" ns3:_="" ns4:_="">
    <xsd:import namespace="a63f43f9-3110-4383-9284-786af8fdb276"/>
    <xsd:import namespace="f04fc2f8-c3ed-4743-a3d4-667c91316e3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element ref="ns3:MediaServiceSystemTags" minOccurs="0"/>
                <xsd:element ref="ns3:MediaServiceLocation"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3f43f9-3110-4383-9284-786af8fdb2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Location" ma:index="18" nillable="true" ma:displayName="Location" ma:indexed="true"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04fc2f8-c3ed-4743-a3d4-667c91316e3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63f43f9-3110-4383-9284-786af8fdb276" xsi:nil="true"/>
  </documentManagement>
</p:properties>
</file>

<file path=customXml/itemProps1.xml><?xml version="1.0" encoding="utf-8"?>
<ds:datastoreItem xmlns:ds="http://schemas.openxmlformats.org/officeDocument/2006/customXml" ds:itemID="{1A8A31DA-2B90-414D-BF6A-91278950EB3A}">
  <ds:schemaRefs>
    <ds:schemaRef ds:uri="a63f43f9-3110-4383-9284-786af8fdb276"/>
    <ds:schemaRef ds:uri="f04fc2f8-c3ed-4743-a3d4-667c91316e3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C6CC700-F416-4C54-B630-7A59E05E49CF}">
  <ds:schemaRefs>
    <ds:schemaRef ds:uri="http://schemas.microsoft.com/sharepoint/v3/contenttype/forms"/>
  </ds:schemaRefs>
</ds:datastoreItem>
</file>

<file path=customXml/itemProps3.xml><?xml version="1.0" encoding="utf-8"?>
<ds:datastoreItem xmlns:ds="http://schemas.openxmlformats.org/officeDocument/2006/customXml" ds:itemID="{4190B034-8CA8-4A2F-B7F2-35ABBB47EB59}">
  <ds:schemaRefs>
    <ds:schemaRef ds:uri="f04fc2f8-c3ed-4743-a3d4-667c91316e34"/>
    <ds:schemaRef ds:uri="http://www.w3.org/XML/1998/namespace"/>
    <ds:schemaRef ds:uri="http://schemas.microsoft.com/office/infopath/2007/PartnerControls"/>
    <ds:schemaRef ds:uri="http://schemas.microsoft.com/office/2006/documentManagement/types"/>
    <ds:schemaRef ds:uri="http://purl.org/dc/dcmitype/"/>
    <ds:schemaRef ds:uri="http://purl.org/dc/elements/1.1/"/>
    <ds:schemaRef ds:uri="http://purl.org/dc/terms/"/>
    <ds:schemaRef ds:uri="http://schemas.microsoft.com/office/2006/metadata/properties"/>
    <ds:schemaRef ds:uri="http://schemas.openxmlformats.org/package/2006/metadata/core-properties"/>
    <ds:schemaRef ds:uri="a63f43f9-3110-4383-9284-786af8fdb276"/>
  </ds:schemaRefs>
</ds:datastoreItem>
</file>

<file path=docProps/app.xml><?xml version="1.0" encoding="utf-8"?>
<Properties xmlns="http://schemas.openxmlformats.org/officeDocument/2006/extended-properties" xmlns:vt="http://schemas.openxmlformats.org/officeDocument/2006/docPropsVTypes">
  <TotalTime>0</TotalTime>
  <Words>2069</Words>
  <Application>Microsoft Macintosh PowerPoint</Application>
  <PresentationFormat>Widescreen</PresentationFormat>
  <Paragraphs>187</Paragraphs>
  <Slides>23</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Cambria Math</vt:lpstr>
      <vt:lpstr>Verdana</vt:lpstr>
      <vt:lpstr>Office Theme</vt:lpstr>
      <vt:lpstr>The Effect of Energy Drinks on Heart Rate and Reaction Time</vt:lpstr>
      <vt:lpstr>Summary</vt:lpstr>
      <vt:lpstr>Background</vt:lpstr>
      <vt:lpstr>Objective</vt:lpstr>
      <vt:lpstr>Hypothesis</vt:lpstr>
      <vt:lpstr>Equipment</vt:lpstr>
      <vt:lpstr>Methods &amp; Procedures</vt:lpstr>
      <vt:lpstr>Data Sheet</vt:lpstr>
      <vt:lpstr>Data: Reaction Time Mean Values</vt:lpstr>
      <vt:lpstr>Data: RT Graph</vt:lpstr>
      <vt:lpstr>Data: Heart Rate Mean Values</vt:lpstr>
      <vt:lpstr>Data: HR Graph</vt:lpstr>
      <vt:lpstr>Statistical Significance Analysis: HR</vt:lpstr>
      <vt:lpstr>Statistical Significance Analysis: RT</vt:lpstr>
      <vt:lpstr>JMP Correlation Analysis</vt:lpstr>
      <vt:lpstr>Data: Standard Deviations</vt:lpstr>
      <vt:lpstr>Data: SD Graphs</vt:lpstr>
      <vt:lpstr>Conclusion</vt:lpstr>
      <vt:lpstr>Limitations</vt:lpstr>
      <vt:lpstr>Questions</vt:lpstr>
      <vt:lpstr>Question 1</vt:lpstr>
      <vt:lpstr>Question 2</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Madeline J Heymann</dc:creator>
  <cp:lastModifiedBy>Selena Dang</cp:lastModifiedBy>
  <cp:revision>2</cp:revision>
  <dcterms:created xsi:type="dcterms:W3CDTF">2025-11-10T17:47:13Z</dcterms:created>
  <dcterms:modified xsi:type="dcterms:W3CDTF">2026-10-28T00:18:58Z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0x0101006A9924F63C903A4D8732F74F1FACC2C3</vt:lpwstr>
  </property>
</Properties>
</file>