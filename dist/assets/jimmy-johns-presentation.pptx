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256" r:id="rId2"/>
    <p:sldId id="269" r:id="rId3"/>
    <p:sldId id="257" r:id="rId4"/>
    <p:sldId id="265" r:id="rId5"/>
    <p:sldId id="266" r:id="rId6"/>
    <p:sldId id="271" r:id="rId7"/>
    <p:sldId id="270" r:id="rId8"/>
    <p:sldId id="267"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9F3"/>
    <a:srgbClr val="FFD0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496242-80F7-5746-99CF-0C74BC36C247}" v="52" dt="2025-04-30T16:25:31.666"/>
    <p1510:client id="{9B115C0D-FB19-FF4D-B295-19EF123DDDEB}" v="452" dt="2025-04-30T21:37:28.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85"/>
    <p:restoredTop sz="94620"/>
  </p:normalViewPr>
  <p:slideViewPr>
    <p:cSldViewPr snapToGrid="0">
      <p:cViewPr varScale="1">
        <p:scale>
          <a:sx n="86" d="100"/>
          <a:sy n="86" d="100"/>
        </p:scale>
        <p:origin x="216" y="8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109BB-737C-2248-A47E-BAEC8C2ADCE3}" type="datetimeFigureOut">
              <a:rPr lang="en-US" smtClean="0"/>
              <a:t>4/30/25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F8AA2F-ED58-AE44-BA91-E376BDF0A458}" type="slidenum">
              <a:rPr lang="en-US" smtClean="0"/>
              <a:t>‹#›</a:t>
            </a:fld>
            <a:endParaRPr lang="en-US"/>
          </a:p>
        </p:txBody>
      </p:sp>
    </p:spTree>
    <p:extLst>
      <p:ext uri="{BB962C8B-B14F-4D97-AF65-F5344CB8AC3E}">
        <p14:creationId xmlns:p14="http://schemas.microsoft.com/office/powerpoint/2010/main" val="873605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F8AA2F-ED58-AE44-BA91-E376BDF0A458}" type="slidenum">
              <a:rPr lang="en-US" smtClean="0"/>
              <a:t>1</a:t>
            </a:fld>
            <a:endParaRPr lang="en-US"/>
          </a:p>
        </p:txBody>
      </p:sp>
    </p:spTree>
    <p:extLst>
      <p:ext uri="{BB962C8B-B14F-4D97-AF65-F5344CB8AC3E}">
        <p14:creationId xmlns:p14="http://schemas.microsoft.com/office/powerpoint/2010/main" val="299723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basis of jimmy johns is fast delivery, so updates to their ordering system allows for this process to be more successful. The updated order system also increases customer satisfaction, leading to higher return rates. Also organization better for employees to be faster</a:t>
            </a:r>
          </a:p>
          <a:p>
            <a:endParaRPr lang="en-US"/>
          </a:p>
        </p:txBody>
      </p:sp>
      <p:sp>
        <p:nvSpPr>
          <p:cNvPr id="4" name="Slide Number Placeholder 3"/>
          <p:cNvSpPr>
            <a:spLocks noGrp="1"/>
          </p:cNvSpPr>
          <p:nvPr>
            <p:ph type="sldNum" sz="quarter" idx="5"/>
          </p:nvPr>
        </p:nvSpPr>
        <p:spPr/>
        <p:txBody>
          <a:bodyPr/>
          <a:lstStyle/>
          <a:p>
            <a:fld id="{5FF8AA2F-ED58-AE44-BA91-E376BDF0A458}" type="slidenum">
              <a:rPr lang="en-US" smtClean="0"/>
              <a:t>2</a:t>
            </a:fld>
            <a:endParaRPr lang="en-US"/>
          </a:p>
        </p:txBody>
      </p:sp>
    </p:spTree>
    <p:extLst>
      <p:ext uri="{BB962C8B-B14F-4D97-AF65-F5344CB8AC3E}">
        <p14:creationId xmlns:p14="http://schemas.microsoft.com/office/powerpoint/2010/main" val="3270976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42424"/>
                </a:solidFill>
                <a:effectLst/>
                <a:latin typeface="Segoe UI" panose="020B0502040204020203" pitchFamily="34" charset="0"/>
              </a:rPr>
              <a:t> use case is a task that a user (in some user role) sits down at the information system to perform, as part of a business process.</a:t>
            </a:r>
          </a:p>
          <a:p>
            <a:endParaRPr lang="en-US" b="0" i="0">
              <a:solidFill>
                <a:srgbClr val="242424"/>
              </a:solidFill>
              <a:effectLst/>
              <a:latin typeface="Segoe UI" panose="020B0502040204020203" pitchFamily="34" charset="0"/>
            </a:endParaRPr>
          </a:p>
          <a:p>
            <a:r>
              <a:rPr lang="en-US" b="0" i="0">
                <a:solidFill>
                  <a:srgbClr val="242424"/>
                </a:solidFill>
                <a:effectLst/>
                <a:latin typeface="Segoe UI" panose="020B0502040204020203" pitchFamily="34" charset="0"/>
              </a:rPr>
              <a:t>Briefly explain each one</a:t>
            </a:r>
          </a:p>
        </p:txBody>
      </p:sp>
      <p:sp>
        <p:nvSpPr>
          <p:cNvPr id="4" name="Slide Number Placeholder 3"/>
          <p:cNvSpPr>
            <a:spLocks noGrp="1"/>
          </p:cNvSpPr>
          <p:nvPr>
            <p:ph type="sldNum" sz="quarter" idx="5"/>
          </p:nvPr>
        </p:nvSpPr>
        <p:spPr/>
        <p:txBody>
          <a:bodyPr/>
          <a:lstStyle/>
          <a:p>
            <a:fld id="{5FF8AA2F-ED58-AE44-BA91-E376BDF0A458}" type="slidenum">
              <a:rPr lang="en-US" smtClean="0"/>
              <a:t>4</a:t>
            </a:fld>
            <a:endParaRPr lang="en-US"/>
          </a:p>
        </p:txBody>
      </p:sp>
    </p:spTree>
    <p:extLst>
      <p:ext uri="{BB962C8B-B14F-4D97-AF65-F5344CB8AC3E}">
        <p14:creationId xmlns:p14="http://schemas.microsoft.com/office/powerpoint/2010/main" val="1646582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F8AA2F-ED58-AE44-BA91-E376BDF0A458}" type="slidenum">
              <a:rPr lang="en-US" smtClean="0"/>
              <a:t>5</a:t>
            </a:fld>
            <a:endParaRPr lang="en-US"/>
          </a:p>
        </p:txBody>
      </p:sp>
    </p:spTree>
    <p:extLst>
      <p:ext uri="{BB962C8B-B14F-4D97-AF65-F5344CB8AC3E}">
        <p14:creationId xmlns:p14="http://schemas.microsoft.com/office/powerpoint/2010/main" val="766767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F8AA2F-ED58-AE44-BA91-E376BDF0A458}" type="slidenum">
              <a:rPr lang="en-US" smtClean="0"/>
              <a:t>6</a:t>
            </a:fld>
            <a:endParaRPr lang="en-US"/>
          </a:p>
        </p:txBody>
      </p:sp>
    </p:spTree>
    <p:extLst>
      <p:ext uri="{BB962C8B-B14F-4D97-AF65-F5344CB8AC3E}">
        <p14:creationId xmlns:p14="http://schemas.microsoft.com/office/powerpoint/2010/main" val="3782941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F8AA2F-ED58-AE44-BA91-E376BDF0A458}" type="slidenum">
              <a:rPr lang="en-US" smtClean="0"/>
              <a:t>7</a:t>
            </a:fld>
            <a:endParaRPr lang="en-US"/>
          </a:p>
        </p:txBody>
      </p:sp>
    </p:spTree>
    <p:extLst>
      <p:ext uri="{BB962C8B-B14F-4D97-AF65-F5344CB8AC3E}">
        <p14:creationId xmlns:p14="http://schemas.microsoft.com/office/powerpoint/2010/main" val="11846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F8AA2F-ED58-AE44-BA91-E376BDF0A458}" type="slidenum">
              <a:rPr lang="en-US" smtClean="0"/>
              <a:t>9</a:t>
            </a:fld>
            <a:endParaRPr lang="en-US"/>
          </a:p>
        </p:txBody>
      </p:sp>
    </p:spTree>
    <p:extLst>
      <p:ext uri="{BB962C8B-B14F-4D97-AF65-F5344CB8AC3E}">
        <p14:creationId xmlns:p14="http://schemas.microsoft.com/office/powerpoint/2010/main" val="3085182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29841-E0DE-1C2D-501D-801EA5D19F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D75405-B497-B549-36C7-97E112C069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BF4CC6-A5FE-B930-675A-AE92EBA39513}"/>
              </a:ext>
            </a:extLst>
          </p:cNvPr>
          <p:cNvSpPr>
            <a:spLocks noGrp="1"/>
          </p:cNvSpPr>
          <p:nvPr>
            <p:ph type="dt" sz="half" idx="10"/>
          </p:nvPr>
        </p:nvSpPr>
        <p:spPr/>
        <p:txBody>
          <a:bodyPr/>
          <a:lstStyle/>
          <a:p>
            <a:fld id="{C0CD7B1D-3588-9C47-A4A7-F86D36C6DE49}" type="datetime1">
              <a:rPr lang="en-US" smtClean="0"/>
              <a:t>4/30/25</a:t>
            </a:fld>
            <a:endParaRPr lang="en-US"/>
          </a:p>
        </p:txBody>
      </p:sp>
      <p:sp>
        <p:nvSpPr>
          <p:cNvPr id="5" name="Footer Placeholder 4">
            <a:extLst>
              <a:ext uri="{FF2B5EF4-FFF2-40B4-BE49-F238E27FC236}">
                <a16:creationId xmlns:a16="http://schemas.microsoft.com/office/drawing/2014/main" id="{68DF2545-FCB3-9F10-609A-6DAAA22D85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F7DE8-9653-1F52-8E81-5733F9972CAD}"/>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3655454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EAA9B-F274-61D0-9369-97B1C81560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0760F6-BD74-EE19-8D09-80E45E6119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FE4A3B-401F-8EDB-72DE-A085F4717CC2}"/>
              </a:ext>
            </a:extLst>
          </p:cNvPr>
          <p:cNvSpPr>
            <a:spLocks noGrp="1"/>
          </p:cNvSpPr>
          <p:nvPr>
            <p:ph type="dt" sz="half" idx="10"/>
          </p:nvPr>
        </p:nvSpPr>
        <p:spPr/>
        <p:txBody>
          <a:bodyPr/>
          <a:lstStyle/>
          <a:p>
            <a:fld id="{6751AF27-80E0-ED49-B449-2FB7342EDCE9}" type="datetime1">
              <a:rPr lang="en-US" smtClean="0"/>
              <a:t>4/30/25</a:t>
            </a:fld>
            <a:endParaRPr lang="en-US"/>
          </a:p>
        </p:txBody>
      </p:sp>
      <p:sp>
        <p:nvSpPr>
          <p:cNvPr id="5" name="Footer Placeholder 4">
            <a:extLst>
              <a:ext uri="{FF2B5EF4-FFF2-40B4-BE49-F238E27FC236}">
                <a16:creationId xmlns:a16="http://schemas.microsoft.com/office/drawing/2014/main" id="{94092B2A-147F-EAD6-8C70-4CCC6DC192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46E94-757F-29E7-88CA-890C6D76ABF0}"/>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22928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B104-95F2-FAFE-5014-B0BF931A1A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C4D341-2DFC-F1B5-A6D5-D5120C38D7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D5AA8A-5A6C-844D-4AA7-2FBDD3AB22D1}"/>
              </a:ext>
            </a:extLst>
          </p:cNvPr>
          <p:cNvSpPr>
            <a:spLocks noGrp="1"/>
          </p:cNvSpPr>
          <p:nvPr>
            <p:ph type="dt" sz="half" idx="10"/>
          </p:nvPr>
        </p:nvSpPr>
        <p:spPr/>
        <p:txBody>
          <a:bodyPr/>
          <a:lstStyle/>
          <a:p>
            <a:fld id="{40228B68-3352-2044-BB14-64785CFC3AF4}" type="datetime1">
              <a:rPr lang="en-US" smtClean="0"/>
              <a:t>4/30/25</a:t>
            </a:fld>
            <a:endParaRPr lang="en-US"/>
          </a:p>
        </p:txBody>
      </p:sp>
      <p:sp>
        <p:nvSpPr>
          <p:cNvPr id="5" name="Footer Placeholder 4">
            <a:extLst>
              <a:ext uri="{FF2B5EF4-FFF2-40B4-BE49-F238E27FC236}">
                <a16:creationId xmlns:a16="http://schemas.microsoft.com/office/drawing/2014/main" id="{18EEAF61-FD7A-0D74-5B83-6E76DC078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3FE0E1-FBA8-C66D-F92D-D51E7CBB73EA}"/>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3625206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2721-02DD-4D48-6036-DAD6FEC60C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FF3651-E62F-2AD1-FD62-53D49E96D7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0E3D16-7C66-A549-85B5-9CD6A7B446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6545CD-79EF-CF6A-AD24-9BD15662B09D}"/>
              </a:ext>
            </a:extLst>
          </p:cNvPr>
          <p:cNvSpPr>
            <a:spLocks noGrp="1"/>
          </p:cNvSpPr>
          <p:nvPr>
            <p:ph type="dt" sz="half" idx="10"/>
          </p:nvPr>
        </p:nvSpPr>
        <p:spPr/>
        <p:txBody>
          <a:bodyPr/>
          <a:lstStyle/>
          <a:p>
            <a:fld id="{828D2C95-ABAA-5749-AFE9-D588E9B28443}" type="datetime1">
              <a:rPr lang="en-US" smtClean="0"/>
              <a:t>4/30/25</a:t>
            </a:fld>
            <a:endParaRPr lang="en-US"/>
          </a:p>
        </p:txBody>
      </p:sp>
      <p:sp>
        <p:nvSpPr>
          <p:cNvPr id="6" name="Footer Placeholder 5">
            <a:extLst>
              <a:ext uri="{FF2B5EF4-FFF2-40B4-BE49-F238E27FC236}">
                <a16:creationId xmlns:a16="http://schemas.microsoft.com/office/drawing/2014/main" id="{9AE05745-C104-332C-E20E-56D070A8A5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804215-CBD6-7E5B-D37F-7B04F815CCFD}"/>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1942473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4B01-F11C-81E2-3BDA-91C2E135C7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5402FF-6722-D16F-B00F-E8461CB1DD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A408C3-473F-AAA0-461E-D2A3DA346A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A48846-C58D-614B-7FAF-3E89728A6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424483-1111-FF23-6672-5BDD7E6203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1A678E-D1CA-E24A-EEB6-3BE7AE92B6D4}"/>
              </a:ext>
            </a:extLst>
          </p:cNvPr>
          <p:cNvSpPr>
            <a:spLocks noGrp="1"/>
          </p:cNvSpPr>
          <p:nvPr>
            <p:ph type="dt" sz="half" idx="10"/>
          </p:nvPr>
        </p:nvSpPr>
        <p:spPr/>
        <p:txBody>
          <a:bodyPr/>
          <a:lstStyle/>
          <a:p>
            <a:fld id="{356B88E0-4986-154A-BAFA-B5E3C842AFC2}" type="datetime1">
              <a:rPr lang="en-US" smtClean="0"/>
              <a:t>4/30/25</a:t>
            </a:fld>
            <a:endParaRPr lang="en-US"/>
          </a:p>
        </p:txBody>
      </p:sp>
      <p:sp>
        <p:nvSpPr>
          <p:cNvPr id="8" name="Footer Placeholder 7">
            <a:extLst>
              <a:ext uri="{FF2B5EF4-FFF2-40B4-BE49-F238E27FC236}">
                <a16:creationId xmlns:a16="http://schemas.microsoft.com/office/drawing/2014/main" id="{77F4F828-6706-DDCD-E57B-79C5F589CC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23FBFC-AAA4-1ED1-3D42-933E02E42B40}"/>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922030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2217-8D77-62E2-F30E-03FAA5EFE1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9B166-DFC6-3CCD-6A58-581BFA21837F}"/>
              </a:ext>
            </a:extLst>
          </p:cNvPr>
          <p:cNvSpPr>
            <a:spLocks noGrp="1"/>
          </p:cNvSpPr>
          <p:nvPr>
            <p:ph type="dt" sz="half" idx="10"/>
          </p:nvPr>
        </p:nvSpPr>
        <p:spPr/>
        <p:txBody>
          <a:bodyPr/>
          <a:lstStyle/>
          <a:p>
            <a:fld id="{7264F00F-F662-AB49-957C-DF255A01A29E}" type="datetime1">
              <a:rPr lang="en-US" smtClean="0"/>
              <a:t>4/30/25</a:t>
            </a:fld>
            <a:endParaRPr lang="en-US"/>
          </a:p>
        </p:txBody>
      </p:sp>
      <p:sp>
        <p:nvSpPr>
          <p:cNvPr id="4" name="Footer Placeholder 3">
            <a:extLst>
              <a:ext uri="{FF2B5EF4-FFF2-40B4-BE49-F238E27FC236}">
                <a16:creationId xmlns:a16="http://schemas.microsoft.com/office/drawing/2014/main" id="{B33138E2-375C-6822-DBE0-B3A0D20074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F11134-302A-8ACA-65C6-DC30588D6D87}"/>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3049397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8AE5B-D6FF-F8F9-5030-3B9A714BB5D7}"/>
              </a:ext>
            </a:extLst>
          </p:cNvPr>
          <p:cNvSpPr>
            <a:spLocks noGrp="1"/>
          </p:cNvSpPr>
          <p:nvPr>
            <p:ph type="dt" sz="half" idx="10"/>
          </p:nvPr>
        </p:nvSpPr>
        <p:spPr/>
        <p:txBody>
          <a:bodyPr/>
          <a:lstStyle/>
          <a:p>
            <a:fld id="{0826CCD9-A129-9446-83B7-440FCDC63FE1}" type="datetime1">
              <a:rPr lang="en-US" smtClean="0"/>
              <a:t>4/30/25</a:t>
            </a:fld>
            <a:endParaRPr lang="en-US"/>
          </a:p>
        </p:txBody>
      </p:sp>
      <p:sp>
        <p:nvSpPr>
          <p:cNvPr id="3" name="Footer Placeholder 2">
            <a:extLst>
              <a:ext uri="{FF2B5EF4-FFF2-40B4-BE49-F238E27FC236}">
                <a16:creationId xmlns:a16="http://schemas.microsoft.com/office/drawing/2014/main" id="{53883A48-B56D-A33A-6CF7-DA8B510A0E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CBE68F-0862-A120-CD9E-6A9F133D3DA1}"/>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3068768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BBFEA-E486-F6F7-1439-94A0156629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C9FF83-7940-EE1D-9B28-E541651326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014ACC-3E28-12BF-3C98-DC6A022F3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D8FA0-778F-4BAB-1C95-F39313CA85F5}"/>
              </a:ext>
            </a:extLst>
          </p:cNvPr>
          <p:cNvSpPr>
            <a:spLocks noGrp="1"/>
          </p:cNvSpPr>
          <p:nvPr>
            <p:ph type="dt" sz="half" idx="10"/>
          </p:nvPr>
        </p:nvSpPr>
        <p:spPr/>
        <p:txBody>
          <a:bodyPr/>
          <a:lstStyle/>
          <a:p>
            <a:fld id="{9EF5BE7A-D0AA-B242-BD1E-A7B7091FF017}" type="datetime1">
              <a:rPr lang="en-US" smtClean="0"/>
              <a:t>4/30/25</a:t>
            </a:fld>
            <a:endParaRPr lang="en-US"/>
          </a:p>
        </p:txBody>
      </p:sp>
      <p:sp>
        <p:nvSpPr>
          <p:cNvPr id="6" name="Footer Placeholder 5">
            <a:extLst>
              <a:ext uri="{FF2B5EF4-FFF2-40B4-BE49-F238E27FC236}">
                <a16:creationId xmlns:a16="http://schemas.microsoft.com/office/drawing/2014/main" id="{5F04F4FE-FDC2-C6D6-0FBF-CD1C95C7B4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12B9AE-FD68-A699-C31B-1D77D32053A3}"/>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459681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AECD0-9A77-82F6-8C48-E0F5311F91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9267B7-21E5-D61A-C0F7-16CAE653D3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2E586E-7FAC-E4AA-B945-B60B590281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980B0E-0990-1220-330C-9C4474C5873B}"/>
              </a:ext>
            </a:extLst>
          </p:cNvPr>
          <p:cNvSpPr>
            <a:spLocks noGrp="1"/>
          </p:cNvSpPr>
          <p:nvPr>
            <p:ph type="dt" sz="half" idx="10"/>
          </p:nvPr>
        </p:nvSpPr>
        <p:spPr/>
        <p:txBody>
          <a:bodyPr/>
          <a:lstStyle/>
          <a:p>
            <a:fld id="{98810A6A-EFBC-224A-9FA8-0B1FAC9DDCD5}" type="datetime1">
              <a:rPr lang="en-US" smtClean="0"/>
              <a:t>4/30/25</a:t>
            </a:fld>
            <a:endParaRPr lang="en-US"/>
          </a:p>
        </p:txBody>
      </p:sp>
      <p:sp>
        <p:nvSpPr>
          <p:cNvPr id="6" name="Footer Placeholder 5">
            <a:extLst>
              <a:ext uri="{FF2B5EF4-FFF2-40B4-BE49-F238E27FC236}">
                <a16:creationId xmlns:a16="http://schemas.microsoft.com/office/drawing/2014/main" id="{45A11EB6-FF12-DF48-CEA7-93B269686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A9BF6-7A97-9F21-1475-CA66B2FAB386}"/>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2562519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7B82-8DA6-B900-06A0-189115E324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820CFF-C064-844E-AC74-A43084B215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740B5-BDDF-0F10-416A-73231B212F22}"/>
              </a:ext>
            </a:extLst>
          </p:cNvPr>
          <p:cNvSpPr>
            <a:spLocks noGrp="1"/>
          </p:cNvSpPr>
          <p:nvPr>
            <p:ph type="dt" sz="half" idx="10"/>
          </p:nvPr>
        </p:nvSpPr>
        <p:spPr/>
        <p:txBody>
          <a:bodyPr/>
          <a:lstStyle/>
          <a:p>
            <a:fld id="{E8BF98B3-D33D-4E4C-B644-E62C0BD74573}" type="datetime1">
              <a:rPr lang="en-US" smtClean="0"/>
              <a:t>4/30/25</a:t>
            </a:fld>
            <a:endParaRPr lang="en-US"/>
          </a:p>
        </p:txBody>
      </p:sp>
      <p:sp>
        <p:nvSpPr>
          <p:cNvPr id="5" name="Footer Placeholder 4">
            <a:extLst>
              <a:ext uri="{FF2B5EF4-FFF2-40B4-BE49-F238E27FC236}">
                <a16:creationId xmlns:a16="http://schemas.microsoft.com/office/drawing/2014/main" id="{8483FF90-D63E-A22B-27FF-D258DA819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2B1A6-7B57-ADD9-923A-05A8C56BF105}"/>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314348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97A31-8BCC-6B88-575F-54D9C24AF7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FCA379-59ED-CC1A-6E12-40BFF231E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E7FD72-1D5A-DCB4-AC92-8A84C474CC0E}"/>
              </a:ext>
            </a:extLst>
          </p:cNvPr>
          <p:cNvSpPr>
            <a:spLocks noGrp="1"/>
          </p:cNvSpPr>
          <p:nvPr>
            <p:ph type="dt" sz="half" idx="10"/>
          </p:nvPr>
        </p:nvSpPr>
        <p:spPr/>
        <p:txBody>
          <a:bodyPr/>
          <a:lstStyle/>
          <a:p>
            <a:fld id="{B489231A-C3ED-3843-9B66-34F7F07D3081}" type="datetime1">
              <a:rPr lang="en-US" smtClean="0"/>
              <a:t>4/30/25</a:t>
            </a:fld>
            <a:endParaRPr lang="en-US"/>
          </a:p>
        </p:txBody>
      </p:sp>
      <p:sp>
        <p:nvSpPr>
          <p:cNvPr id="5" name="Footer Placeholder 4">
            <a:extLst>
              <a:ext uri="{FF2B5EF4-FFF2-40B4-BE49-F238E27FC236}">
                <a16:creationId xmlns:a16="http://schemas.microsoft.com/office/drawing/2014/main" id="{32EEABB9-541B-E1EF-8329-071515161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B4DDF-3E54-1F3D-3CD0-6F652DCA4781}"/>
              </a:ext>
            </a:extLst>
          </p:cNvPr>
          <p:cNvSpPr>
            <a:spLocks noGrp="1"/>
          </p:cNvSpPr>
          <p:nvPr>
            <p:ph type="sldNum" sz="quarter" idx="12"/>
          </p:nvPr>
        </p:nvSpPr>
        <p:spPr/>
        <p:txBody>
          <a:bodyPr/>
          <a:lstStyle/>
          <a:p>
            <a:fld id="{3EAC2F0F-33F5-5946-A138-06974BF383E0}" type="slidenum">
              <a:rPr lang="en-US" smtClean="0"/>
              <a:t>‹#›</a:t>
            </a:fld>
            <a:endParaRPr lang="en-US"/>
          </a:p>
        </p:txBody>
      </p:sp>
    </p:spTree>
    <p:extLst>
      <p:ext uri="{BB962C8B-B14F-4D97-AF65-F5344CB8AC3E}">
        <p14:creationId xmlns:p14="http://schemas.microsoft.com/office/powerpoint/2010/main" val="2790682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ED2397-98E4-656B-6C9D-7A532A29F2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47ED3E-3889-A075-4EBA-F9DCDDA1D7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FFC255-6053-6DE6-BC8D-9C8AD5EF83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2365EF-EE5F-F343-B2A6-331AB0A6D179}" type="datetime1">
              <a:rPr lang="en-US" smtClean="0"/>
              <a:t>4/30/25</a:t>
            </a:fld>
            <a:endParaRPr lang="en-US"/>
          </a:p>
        </p:txBody>
      </p:sp>
      <p:sp>
        <p:nvSpPr>
          <p:cNvPr id="5" name="Footer Placeholder 4">
            <a:extLst>
              <a:ext uri="{FF2B5EF4-FFF2-40B4-BE49-F238E27FC236}">
                <a16:creationId xmlns:a16="http://schemas.microsoft.com/office/drawing/2014/main" id="{8A9CBE59-4D7E-D741-E026-A012B9E782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7C3EB1-D5E7-48D9-EEE5-1C47B12138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AC2F0F-33F5-5946-A138-06974BF383E0}" type="slidenum">
              <a:rPr lang="en-US" smtClean="0"/>
              <a:t>‹#›</a:t>
            </a:fld>
            <a:endParaRPr lang="en-US"/>
          </a:p>
        </p:txBody>
      </p:sp>
    </p:spTree>
    <p:extLst>
      <p:ext uri="{BB962C8B-B14F-4D97-AF65-F5344CB8AC3E}">
        <p14:creationId xmlns:p14="http://schemas.microsoft.com/office/powerpoint/2010/main" val="3830545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https://documents.lucid.app/documents/3beeab26-4587-40a2-9e88-d81864ca2939/pages/.Q4MUjXso07N?a=13870&amp;x=301&amp;y=96&amp;w=1169&amp;h=1471&amp;store=1&amp;accept=image%2F*&amp;auth=LCA%20f7fcab5eed9a123088c9dd4fd773e695898b9abaf3c864ee14c6638ce6fdc730-ts%3D1744646735"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https://documents.lucid.app/documents/3beeab26-4587-40a2-9e88-d81864ca2939/pages/udb91k89igSC?a=15434&amp;x=-1841&amp;y=-1904&amp;w=3083&amp;h=4888&amp;store=1&amp;accept=image%2F*&amp;auth=LCA%2027fc3260f93b6049337b8d6f5229f25ae9f91e1127926310e0a132b19bc08c22-ts%3D174464673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https://documents.lucid.app/documents/3beeab26-4587-40a2-9e88-d81864ca2939/pages/udb91k89igSC?a=15434&amp;x=-1841&amp;y=-1904&amp;w=3083&amp;h=4888&amp;store=1&amp;accept=image%2F*&amp;auth=LCA%2027fc3260f93b6049337b8d6f5229f25ae9f91e1127926310e0a132b19bc08c22-ts%3D174464673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p:cNvGrpSpPr/>
        <p:nvPr/>
      </p:nvGrpSpPr>
      <p:grpSpPr>
        <a:xfrm>
          <a:off x="0" y="0"/>
          <a:ext cx="0" cy="0"/>
          <a:chOff x="0" y="0"/>
          <a:chExt cx="0" cy="0"/>
        </a:xfrm>
      </p:grpSpPr>
      <p:pic>
        <p:nvPicPr>
          <p:cNvPr id="1026" name="Picture 2" descr="Sub Franchise FAQs: Franchise Requirements and Franchise Tips">
            <a:extLst>
              <a:ext uri="{FF2B5EF4-FFF2-40B4-BE49-F238E27FC236}">
                <a16:creationId xmlns:a16="http://schemas.microsoft.com/office/drawing/2014/main" id="{84FA27AA-23C2-13D0-10DC-79A07E8376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384"/>
          <a:stretch/>
        </p:blipFill>
        <p:spPr bwMode="auto">
          <a:xfrm>
            <a:off x="4851935" y="742122"/>
            <a:ext cx="7351109" cy="6115878"/>
          </a:xfrm>
          <a:prstGeom prst="rect">
            <a:avLst/>
          </a:prstGeom>
          <a:noFill/>
          <a:extLst>
            <a:ext uri="{909E8E84-426E-40DD-AFC4-6F175D3DCCD1}">
              <a14:hiddenFill xmlns:a14="http://schemas.microsoft.com/office/drawing/2010/main">
                <a:solidFill>
                  <a:srgbClr val="FFFFFF"/>
                </a:solidFill>
              </a14:hiddenFill>
            </a:ext>
          </a:extLst>
        </p:spPr>
      </p:pic>
      <p:sp>
        <p:nvSpPr>
          <p:cNvPr id="8" name="Subtitle 2">
            <a:extLst>
              <a:ext uri="{FF2B5EF4-FFF2-40B4-BE49-F238E27FC236}">
                <a16:creationId xmlns:a16="http://schemas.microsoft.com/office/drawing/2014/main" id="{58AF86E1-5E6B-CE66-4845-10C0BFD11998}"/>
              </a:ext>
            </a:extLst>
          </p:cNvPr>
          <p:cNvSpPr txBox="1">
            <a:spLocks/>
          </p:cNvSpPr>
          <p:nvPr/>
        </p:nvSpPr>
        <p:spPr>
          <a:xfrm>
            <a:off x="1411356" y="742122"/>
            <a:ext cx="2398644" cy="148679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2A4FCC09-3196-7C3E-1743-1286CDDF1227}"/>
              </a:ext>
            </a:extLst>
          </p:cNvPr>
          <p:cNvSpPr/>
          <p:nvPr/>
        </p:nvSpPr>
        <p:spPr>
          <a:xfrm>
            <a:off x="617333" y="331358"/>
            <a:ext cx="6997700" cy="2308324"/>
          </a:xfrm>
          <a:prstGeom prst="rect">
            <a:avLst/>
          </a:prstGeom>
          <a:noFill/>
        </p:spPr>
        <p:txBody>
          <a:bodyPr wrap="square" lIns="91440" tIns="45720" rIns="91440" bIns="45720">
            <a:spAutoFit/>
          </a:bodyPr>
          <a:lstStyle/>
          <a:p>
            <a:r>
              <a:rPr lang="en-US" sz="72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Jimmy Johns</a:t>
            </a:r>
          </a:p>
          <a:p>
            <a:r>
              <a:rPr lang="en-US" sz="72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Ordering System</a:t>
            </a:r>
            <a:endParaRPr lang="en-US" sz="7200" b="1" cap="none" spc="0">
              <a:ln w="6600">
                <a:solidFill>
                  <a:srgbClr val="C00000"/>
                </a:solidFill>
                <a:prstDash val="solid"/>
              </a:ln>
              <a:solidFill>
                <a:srgbClr val="C00000"/>
              </a:solidFill>
            </a:endParaRPr>
          </a:p>
        </p:txBody>
      </p:sp>
      <p:sp>
        <p:nvSpPr>
          <p:cNvPr id="13" name="TextBox 12">
            <a:extLst>
              <a:ext uri="{FF2B5EF4-FFF2-40B4-BE49-F238E27FC236}">
                <a16:creationId xmlns:a16="http://schemas.microsoft.com/office/drawing/2014/main" id="{E9082C71-CB50-C0D5-D72E-525155B64FAF}"/>
              </a:ext>
            </a:extLst>
          </p:cNvPr>
          <p:cNvSpPr txBox="1"/>
          <p:nvPr/>
        </p:nvSpPr>
        <p:spPr>
          <a:xfrm>
            <a:off x="617333" y="2571819"/>
            <a:ext cx="6128409" cy="369332"/>
          </a:xfrm>
          <a:prstGeom prst="rect">
            <a:avLst/>
          </a:prstGeom>
          <a:noFill/>
        </p:spPr>
        <p:txBody>
          <a:bodyPr wrap="none" rtlCol="0">
            <a:spAutoFit/>
          </a:bodyPr>
          <a:lstStyle/>
          <a:p>
            <a:pPr algn="just"/>
            <a:r>
              <a:rPr lang="en-US"/>
              <a:t>Selena Dang, Gracie </a:t>
            </a:r>
            <a:r>
              <a:rPr lang="en-US" err="1"/>
              <a:t>Roule</a:t>
            </a:r>
            <a:r>
              <a:rPr lang="en-US"/>
              <a:t>, Jacqueline Saba, &amp; Rachel Stone</a:t>
            </a:r>
          </a:p>
        </p:txBody>
      </p:sp>
    </p:spTree>
    <p:extLst>
      <p:ext uri="{BB962C8B-B14F-4D97-AF65-F5344CB8AC3E}">
        <p14:creationId xmlns:p14="http://schemas.microsoft.com/office/powerpoint/2010/main" val="1192703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FA52CCA4-B752-C7EC-AFEB-7BC582B4E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806E6-2FDE-02AA-FB81-08CB2C705C52}"/>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Introduction</a:t>
            </a:r>
          </a:p>
        </p:txBody>
      </p:sp>
      <p:sp>
        <p:nvSpPr>
          <p:cNvPr id="3" name="Content Placeholder 2">
            <a:extLst>
              <a:ext uri="{FF2B5EF4-FFF2-40B4-BE49-F238E27FC236}">
                <a16:creationId xmlns:a16="http://schemas.microsoft.com/office/drawing/2014/main" id="{13952E45-D532-3713-070F-46A231C867A4}"/>
              </a:ext>
            </a:extLst>
          </p:cNvPr>
          <p:cNvSpPr>
            <a:spLocks noGrp="1"/>
          </p:cNvSpPr>
          <p:nvPr>
            <p:ph idx="1"/>
          </p:nvPr>
        </p:nvSpPr>
        <p:spPr/>
        <p:txBody>
          <a:bodyPr vert="horz" lIns="91440" tIns="45720" rIns="91440" bIns="45720" rtlCol="0" anchor="t">
            <a:normAutofit/>
          </a:bodyPr>
          <a:lstStyle/>
          <a:p>
            <a:r>
              <a:rPr lang="en-US"/>
              <a:t>"Freaky Fast Delivery"</a:t>
            </a:r>
          </a:p>
          <a:p>
            <a:r>
              <a:rPr lang="en-US"/>
              <a:t>Customer Satisfaction  </a:t>
            </a:r>
          </a:p>
        </p:txBody>
      </p:sp>
      <p:sp>
        <p:nvSpPr>
          <p:cNvPr id="4" name="Slide Number Placeholder 3">
            <a:extLst>
              <a:ext uri="{FF2B5EF4-FFF2-40B4-BE49-F238E27FC236}">
                <a16:creationId xmlns:a16="http://schemas.microsoft.com/office/drawing/2014/main" id="{2D657B0B-1A2F-9159-E8D5-57E42262419C}"/>
              </a:ext>
            </a:extLst>
          </p:cNvPr>
          <p:cNvSpPr>
            <a:spLocks noGrp="1"/>
          </p:cNvSpPr>
          <p:nvPr>
            <p:ph type="sldNum" sz="quarter" idx="12"/>
          </p:nvPr>
        </p:nvSpPr>
        <p:spPr/>
        <p:txBody>
          <a:bodyPr/>
          <a:lstStyle/>
          <a:p>
            <a:fld id="{3EAC2F0F-33F5-5946-A138-06974BF383E0}" type="slidenum">
              <a:rPr lang="en-US" smtClean="0"/>
              <a:t>2</a:t>
            </a:fld>
            <a:endParaRPr lang="en-US"/>
          </a:p>
        </p:txBody>
      </p:sp>
      <p:pic>
        <p:nvPicPr>
          <p:cNvPr id="5" name="Picture 4" descr="A screenshot of a map&#10;&#10;AI-generated content may be incorrect.">
            <a:extLst>
              <a:ext uri="{FF2B5EF4-FFF2-40B4-BE49-F238E27FC236}">
                <a16:creationId xmlns:a16="http://schemas.microsoft.com/office/drawing/2014/main" id="{3518DCF2-D976-4840-87A2-46F135AE5044}"/>
              </a:ext>
            </a:extLst>
          </p:cNvPr>
          <p:cNvPicPr>
            <a:picLocks noChangeAspect="1"/>
          </p:cNvPicPr>
          <p:nvPr/>
        </p:nvPicPr>
        <p:blipFill>
          <a:blip r:embed="rId3"/>
          <a:stretch>
            <a:fillRect/>
          </a:stretch>
        </p:blipFill>
        <p:spPr>
          <a:xfrm>
            <a:off x="2595966" y="3017721"/>
            <a:ext cx="7000068" cy="3521847"/>
          </a:xfrm>
          <a:prstGeom prst="rect">
            <a:avLst/>
          </a:prstGeom>
        </p:spPr>
      </p:pic>
      <p:sp>
        <p:nvSpPr>
          <p:cNvPr id="6" name="Slide Number Placeholder 3">
            <a:extLst>
              <a:ext uri="{FF2B5EF4-FFF2-40B4-BE49-F238E27FC236}">
                <a16:creationId xmlns:a16="http://schemas.microsoft.com/office/drawing/2014/main" id="{C04CE88A-53E0-83D4-155E-7CAB2B3A49FE}"/>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GR</a:t>
            </a:r>
          </a:p>
        </p:txBody>
      </p:sp>
    </p:spTree>
    <p:extLst>
      <p:ext uri="{BB962C8B-B14F-4D97-AF65-F5344CB8AC3E}">
        <p14:creationId xmlns:p14="http://schemas.microsoft.com/office/powerpoint/2010/main" val="2571205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D64B-DB8C-2C74-CE49-CFDDE38342A6}"/>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Objectives</a:t>
            </a:r>
          </a:p>
        </p:txBody>
      </p:sp>
      <p:sp>
        <p:nvSpPr>
          <p:cNvPr id="3" name="Content Placeholder 2">
            <a:extLst>
              <a:ext uri="{FF2B5EF4-FFF2-40B4-BE49-F238E27FC236}">
                <a16:creationId xmlns:a16="http://schemas.microsoft.com/office/drawing/2014/main" id="{A5834F3E-5880-985C-0587-A36434CC7AB8}"/>
              </a:ext>
            </a:extLst>
          </p:cNvPr>
          <p:cNvSpPr>
            <a:spLocks noGrp="1"/>
          </p:cNvSpPr>
          <p:nvPr>
            <p:ph idx="1"/>
          </p:nvPr>
        </p:nvSpPr>
        <p:spPr/>
        <p:txBody>
          <a:bodyPr vert="horz" lIns="91440" tIns="45720" rIns="91440" bIns="45720" rtlCol="0" anchor="t">
            <a:normAutofit/>
          </a:bodyPr>
          <a:lstStyle/>
          <a:p>
            <a:r>
              <a:rPr lang="en-US"/>
              <a:t>Creating an online ordering system</a:t>
            </a:r>
          </a:p>
          <a:p>
            <a:pPr lvl="1">
              <a:buFont typeface="Courier New,monospace" panose="020B0604020202020204" pitchFamily="34" charset="0"/>
              <a:buChar char="o"/>
            </a:pPr>
            <a:r>
              <a:rPr lang="en-US"/>
              <a:t>Customer portals</a:t>
            </a:r>
          </a:p>
          <a:p>
            <a:pPr lvl="1">
              <a:buFont typeface="Courier New,monospace" panose="020B0604020202020204" pitchFamily="34" charset="0"/>
              <a:buChar char="o"/>
            </a:pPr>
            <a:r>
              <a:rPr lang="en-US"/>
              <a:t>Employee portals</a:t>
            </a:r>
          </a:p>
          <a:p>
            <a:pPr lvl="1">
              <a:buFont typeface="Courier New,monospace" panose="020B0604020202020204" pitchFamily="34" charset="0"/>
              <a:buChar char="o"/>
            </a:pPr>
            <a:r>
              <a:rPr lang="en-US"/>
              <a:t>Live order updates</a:t>
            </a:r>
          </a:p>
          <a:p>
            <a:pPr lvl="1">
              <a:buFont typeface="Courier New,monospace" panose="020B0604020202020204" pitchFamily="34" charset="0"/>
              <a:buChar char="o"/>
            </a:pPr>
            <a:r>
              <a:rPr lang="en-US"/>
              <a:t>Menu updates and delivery assignments</a:t>
            </a:r>
          </a:p>
        </p:txBody>
      </p:sp>
      <p:sp>
        <p:nvSpPr>
          <p:cNvPr id="4" name="Slide Number Placeholder 3">
            <a:extLst>
              <a:ext uri="{FF2B5EF4-FFF2-40B4-BE49-F238E27FC236}">
                <a16:creationId xmlns:a16="http://schemas.microsoft.com/office/drawing/2014/main" id="{3938512A-DAEC-696F-AEA1-E94C462E394D}"/>
              </a:ext>
            </a:extLst>
          </p:cNvPr>
          <p:cNvSpPr>
            <a:spLocks noGrp="1"/>
          </p:cNvSpPr>
          <p:nvPr>
            <p:ph type="sldNum" sz="quarter" idx="12"/>
          </p:nvPr>
        </p:nvSpPr>
        <p:spPr/>
        <p:txBody>
          <a:bodyPr/>
          <a:lstStyle/>
          <a:p>
            <a:fld id="{3EAC2F0F-33F5-5946-A138-06974BF383E0}" type="slidenum">
              <a:rPr lang="en-US" smtClean="0"/>
              <a:t>3</a:t>
            </a:fld>
            <a:endParaRPr lang="en-US"/>
          </a:p>
        </p:txBody>
      </p:sp>
      <p:sp>
        <p:nvSpPr>
          <p:cNvPr id="5" name="Slide Number Placeholder 3">
            <a:extLst>
              <a:ext uri="{FF2B5EF4-FFF2-40B4-BE49-F238E27FC236}">
                <a16:creationId xmlns:a16="http://schemas.microsoft.com/office/drawing/2014/main" id="{0EAAABA3-F4E2-1E81-3C77-C99CF5F4863B}"/>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GR</a:t>
            </a:r>
          </a:p>
        </p:txBody>
      </p:sp>
      <p:pic>
        <p:nvPicPr>
          <p:cNvPr id="7170" name="Picture 2" descr="Jimmy John's - Wikipedia">
            <a:extLst>
              <a:ext uri="{FF2B5EF4-FFF2-40B4-BE49-F238E27FC236}">
                <a16:creationId xmlns:a16="http://schemas.microsoft.com/office/drawing/2014/main" id="{29598C2C-BB23-8019-71E2-F00E5076CD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646238"/>
            <a:ext cx="27051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25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C5A40ADC-2ACF-836A-3C8C-CE6726088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43792-9008-6A61-F3AD-28E0620BA890}"/>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Use Case Diagram</a:t>
            </a:r>
          </a:p>
        </p:txBody>
      </p:sp>
      <p:sp>
        <p:nvSpPr>
          <p:cNvPr id="3" name="Content Placeholder 2">
            <a:extLst>
              <a:ext uri="{FF2B5EF4-FFF2-40B4-BE49-F238E27FC236}">
                <a16:creationId xmlns:a16="http://schemas.microsoft.com/office/drawing/2014/main" id="{3681DF75-B900-FF46-5504-17A4DF0333AC}"/>
              </a:ext>
            </a:extLst>
          </p:cNvPr>
          <p:cNvSpPr>
            <a:spLocks noGrp="1"/>
          </p:cNvSpPr>
          <p:nvPr>
            <p:ph idx="1"/>
          </p:nvPr>
        </p:nvSpPr>
        <p:spPr>
          <a:xfrm>
            <a:off x="838200" y="1825625"/>
            <a:ext cx="6159500" cy="4351338"/>
          </a:xfrm>
        </p:spPr>
        <p:txBody>
          <a:bodyPr/>
          <a:lstStyle/>
          <a:p>
            <a:r>
              <a:rPr lang="en-US"/>
              <a:t>Customers</a:t>
            </a:r>
          </a:p>
          <a:p>
            <a:r>
              <a:rPr lang="en-US"/>
              <a:t>Managers</a:t>
            </a:r>
          </a:p>
          <a:p>
            <a:r>
              <a:rPr lang="en-US"/>
              <a:t>Employees</a:t>
            </a:r>
          </a:p>
          <a:p>
            <a:r>
              <a:rPr lang="en-US"/>
              <a:t>Delivery Drivers</a:t>
            </a:r>
          </a:p>
        </p:txBody>
      </p:sp>
      <p:sp>
        <p:nvSpPr>
          <p:cNvPr id="4" name="Slide Number Placeholder 3">
            <a:extLst>
              <a:ext uri="{FF2B5EF4-FFF2-40B4-BE49-F238E27FC236}">
                <a16:creationId xmlns:a16="http://schemas.microsoft.com/office/drawing/2014/main" id="{719054DC-AD46-B83A-A839-AB263CC9EA92}"/>
              </a:ext>
            </a:extLst>
          </p:cNvPr>
          <p:cNvSpPr>
            <a:spLocks noGrp="1"/>
          </p:cNvSpPr>
          <p:nvPr>
            <p:ph type="sldNum" sz="quarter" idx="12"/>
          </p:nvPr>
        </p:nvSpPr>
        <p:spPr/>
        <p:txBody>
          <a:bodyPr/>
          <a:lstStyle/>
          <a:p>
            <a:fld id="{3EAC2F0F-33F5-5946-A138-06974BF383E0}" type="slidenum">
              <a:rPr lang="en-US" smtClean="0"/>
              <a:t>4</a:t>
            </a:fld>
            <a:endParaRPr lang="en-US"/>
          </a:p>
        </p:txBody>
      </p:sp>
      <p:sp>
        <p:nvSpPr>
          <p:cNvPr id="5" name="Rectangle 2">
            <a:extLst>
              <a:ext uri="{FF2B5EF4-FFF2-40B4-BE49-F238E27FC236}">
                <a16:creationId xmlns:a16="http://schemas.microsoft.com/office/drawing/2014/main" id="{891CCA5E-1599-7FE6-4249-2C9B098B5AA5}"/>
              </a:ext>
            </a:extLst>
          </p:cNvPr>
          <p:cNvSpPr>
            <a:spLocks noChangeArrowheads="1"/>
          </p:cNvSpPr>
          <p:nvPr/>
        </p:nvSpPr>
        <p:spPr bwMode="auto">
          <a:xfrm>
            <a:off x="6997700" y="279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33" descr="A diagram of a diagram&#10;&#10;Description automatically generated">
            <a:extLst>
              <a:ext uri="{FF2B5EF4-FFF2-40B4-BE49-F238E27FC236}">
                <a16:creationId xmlns:a16="http://schemas.microsoft.com/office/drawing/2014/main" id="{A3B4D0A8-24B9-D024-ED8C-56E3DD0050CB}"/>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997700" y="279400"/>
            <a:ext cx="4800600" cy="604520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a:extLst>
              <a:ext uri="{FF2B5EF4-FFF2-40B4-BE49-F238E27FC236}">
                <a16:creationId xmlns:a16="http://schemas.microsoft.com/office/drawing/2014/main" id="{B5408BEE-312A-7902-04A6-8D3D46028F99}"/>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GR</a:t>
            </a:r>
          </a:p>
        </p:txBody>
      </p:sp>
    </p:spTree>
    <p:extLst>
      <p:ext uri="{BB962C8B-B14F-4D97-AF65-F5344CB8AC3E}">
        <p14:creationId xmlns:p14="http://schemas.microsoft.com/office/powerpoint/2010/main" val="294769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A4BCC5C3-1B77-C5BD-B41F-672EE65F7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60616-AB75-7D2F-5B60-C7CD1F33C73B}"/>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a:ea typeface="Calibri"/>
                <a:cs typeface="Calibri"/>
              </a:rPr>
              <a:t>Use Case </a:t>
            </a:r>
            <a:r>
              <a:rPr lang="en-US" sz="6000" b="1">
                <a:ln w="6600">
                  <a:solidFill>
                    <a:srgbClr val="C00000"/>
                  </a:solidFill>
                  <a:prstDash val="solid"/>
                </a:ln>
                <a:solidFill>
                  <a:srgbClr val="C00000"/>
                </a:solidFill>
                <a:latin typeface="Calibri"/>
                <a:ea typeface="Calibri"/>
                <a:cs typeface="Calibri"/>
              </a:rPr>
              <a:t>1</a:t>
            </a:r>
            <a:endPar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D09244D-7066-9930-B840-8DC35481FCC6}"/>
              </a:ext>
            </a:extLst>
          </p:cNvPr>
          <p:cNvSpPr>
            <a:spLocks noGrp="1"/>
          </p:cNvSpPr>
          <p:nvPr>
            <p:ph type="sldNum" sz="quarter" idx="12"/>
          </p:nvPr>
        </p:nvSpPr>
        <p:spPr/>
        <p:txBody>
          <a:bodyPr/>
          <a:lstStyle/>
          <a:p>
            <a:fld id="{3EAC2F0F-33F5-5946-A138-06974BF383E0}" type="slidenum">
              <a:rPr lang="en-US" smtClean="0"/>
              <a:t>5</a:t>
            </a:fld>
            <a:endParaRPr lang="en-US"/>
          </a:p>
        </p:txBody>
      </p:sp>
      <p:sp>
        <p:nvSpPr>
          <p:cNvPr id="6" name="Content Placeholder 5">
            <a:extLst>
              <a:ext uri="{FF2B5EF4-FFF2-40B4-BE49-F238E27FC236}">
                <a16:creationId xmlns:a16="http://schemas.microsoft.com/office/drawing/2014/main" id="{917B21D5-A18E-A6AC-3417-AFD839FAC980}"/>
              </a:ext>
            </a:extLst>
          </p:cNvPr>
          <p:cNvSpPr>
            <a:spLocks noGrp="1"/>
          </p:cNvSpPr>
          <p:nvPr>
            <p:ph idx="1"/>
          </p:nvPr>
        </p:nvSpPr>
        <p:spPr>
          <a:xfrm>
            <a:off x="838199" y="1998663"/>
            <a:ext cx="4212956" cy="1738308"/>
          </a:xfrm>
        </p:spPr>
        <p:txBody>
          <a:bodyPr/>
          <a:lstStyle/>
          <a:p>
            <a:r>
              <a:rPr lang="en-US"/>
              <a:t>Customer interface</a:t>
            </a:r>
          </a:p>
          <a:p>
            <a:r>
              <a:rPr lang="en-US"/>
              <a:t>Menu items</a:t>
            </a:r>
          </a:p>
          <a:p>
            <a:r>
              <a:rPr lang="en-US"/>
              <a:t>Checkout</a:t>
            </a:r>
          </a:p>
          <a:p>
            <a:pPr marL="0" indent="0">
              <a:buNone/>
            </a:pPr>
            <a:endParaRPr lang="en-US"/>
          </a:p>
        </p:txBody>
      </p:sp>
      <p:sp>
        <p:nvSpPr>
          <p:cNvPr id="5" name="Rectangle 2">
            <a:extLst>
              <a:ext uri="{FF2B5EF4-FFF2-40B4-BE49-F238E27FC236}">
                <a16:creationId xmlns:a16="http://schemas.microsoft.com/office/drawing/2014/main" id="{EB4751B2-8580-422A-9A51-E01AA4699579}"/>
              </a:ext>
            </a:extLst>
          </p:cNvPr>
          <p:cNvSpPr>
            <a:spLocks noChangeArrowheads="1"/>
          </p:cNvSpPr>
          <p:nvPr/>
        </p:nvSpPr>
        <p:spPr bwMode="auto">
          <a:xfrm>
            <a:off x="1455738" y="23637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7" name="Picture 41" descr="A screenshot of a mobile phone&#10;&#10;Description automatically generated">
            <a:extLst>
              <a:ext uri="{FF2B5EF4-FFF2-40B4-BE49-F238E27FC236}">
                <a16:creationId xmlns:a16="http://schemas.microsoft.com/office/drawing/2014/main" id="{96541F8C-087B-8817-129F-FF643965CA80}"/>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l="3320" t="3844" r="2599" b="34734"/>
          <a:stretch>
            <a:fillRect/>
          </a:stretch>
        </p:blipFill>
        <p:spPr bwMode="auto">
          <a:xfrm>
            <a:off x="4993127" y="476014"/>
            <a:ext cx="5815724" cy="601684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7B1950E2-ADC5-B53E-2D8B-5FADABC0E4EE}"/>
              </a:ext>
            </a:extLst>
          </p:cNvPr>
          <p:cNvSpPr>
            <a:spLocks noChangeArrowheads="1"/>
          </p:cNvSpPr>
          <p:nvPr/>
        </p:nvSpPr>
        <p:spPr bwMode="auto">
          <a:xfrm>
            <a:off x="838200" y="673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Slide Number Placeholder 3">
            <a:extLst>
              <a:ext uri="{FF2B5EF4-FFF2-40B4-BE49-F238E27FC236}">
                <a16:creationId xmlns:a16="http://schemas.microsoft.com/office/drawing/2014/main" id="{EF2A71A7-7533-DE6A-A255-F790A0175E22}"/>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SD</a:t>
            </a:r>
          </a:p>
        </p:txBody>
      </p:sp>
    </p:spTree>
    <p:extLst>
      <p:ext uri="{BB962C8B-B14F-4D97-AF65-F5344CB8AC3E}">
        <p14:creationId xmlns:p14="http://schemas.microsoft.com/office/powerpoint/2010/main" val="4235553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4C1BD165-7F1F-A501-CE8A-630A652BE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14792-CD96-455F-2D9E-4852432B9EB4}"/>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a:ea typeface="Calibri"/>
                <a:cs typeface="Calibri"/>
              </a:rPr>
              <a:t>Use Case </a:t>
            </a:r>
            <a:r>
              <a:rPr lang="en-US" sz="6000" b="1">
                <a:ln w="6600">
                  <a:solidFill>
                    <a:srgbClr val="C00000"/>
                  </a:solidFill>
                  <a:prstDash val="solid"/>
                </a:ln>
                <a:solidFill>
                  <a:srgbClr val="C00000"/>
                </a:solidFill>
                <a:latin typeface="Calibri"/>
                <a:ea typeface="Calibri"/>
                <a:cs typeface="Calibri"/>
              </a:rPr>
              <a:t>1</a:t>
            </a:r>
            <a:endPar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74F9E55-C4DC-B885-4D60-847D4AC59289}"/>
              </a:ext>
            </a:extLst>
          </p:cNvPr>
          <p:cNvSpPr>
            <a:spLocks noGrp="1"/>
          </p:cNvSpPr>
          <p:nvPr>
            <p:ph type="sldNum" sz="quarter" idx="12"/>
          </p:nvPr>
        </p:nvSpPr>
        <p:spPr/>
        <p:txBody>
          <a:bodyPr/>
          <a:lstStyle/>
          <a:p>
            <a:fld id="{3EAC2F0F-33F5-5946-A138-06974BF383E0}" type="slidenum">
              <a:rPr lang="en-US" smtClean="0"/>
              <a:t>6</a:t>
            </a:fld>
            <a:endParaRPr lang="en-US"/>
          </a:p>
        </p:txBody>
      </p:sp>
      <p:sp>
        <p:nvSpPr>
          <p:cNvPr id="6" name="Content Placeholder 5">
            <a:extLst>
              <a:ext uri="{FF2B5EF4-FFF2-40B4-BE49-F238E27FC236}">
                <a16:creationId xmlns:a16="http://schemas.microsoft.com/office/drawing/2014/main" id="{EE36F42A-176B-034A-0F72-0FC7E7C27F95}"/>
              </a:ext>
            </a:extLst>
          </p:cNvPr>
          <p:cNvSpPr>
            <a:spLocks noGrp="1"/>
          </p:cNvSpPr>
          <p:nvPr>
            <p:ph idx="1"/>
          </p:nvPr>
        </p:nvSpPr>
        <p:spPr>
          <a:xfrm>
            <a:off x="7507555" y="2962672"/>
            <a:ext cx="4212956" cy="1104106"/>
          </a:xfrm>
        </p:spPr>
        <p:txBody>
          <a:bodyPr/>
          <a:lstStyle/>
          <a:p>
            <a:r>
              <a:rPr lang="en-US"/>
              <a:t>Personal information</a:t>
            </a:r>
          </a:p>
          <a:p>
            <a:r>
              <a:rPr lang="en-US"/>
              <a:t>Check status</a:t>
            </a:r>
          </a:p>
        </p:txBody>
      </p:sp>
      <p:sp>
        <p:nvSpPr>
          <p:cNvPr id="7" name="Rectangle 4">
            <a:extLst>
              <a:ext uri="{FF2B5EF4-FFF2-40B4-BE49-F238E27FC236}">
                <a16:creationId xmlns:a16="http://schemas.microsoft.com/office/drawing/2014/main" id="{56CD8E77-886A-9DFD-874C-A33E5D79277A}"/>
              </a:ext>
            </a:extLst>
          </p:cNvPr>
          <p:cNvSpPr>
            <a:spLocks noChangeArrowheads="1"/>
          </p:cNvSpPr>
          <p:nvPr/>
        </p:nvSpPr>
        <p:spPr bwMode="auto">
          <a:xfrm>
            <a:off x="838200" y="673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9" name="Picture 41" descr="A screenshot of a mobile phone&#10;&#10;Description automatically generated">
            <a:extLst>
              <a:ext uri="{FF2B5EF4-FFF2-40B4-BE49-F238E27FC236}">
                <a16:creationId xmlns:a16="http://schemas.microsoft.com/office/drawing/2014/main" id="{5E644450-945F-EA9C-6D51-A5A40DFCE3F7}"/>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l="2773" t="64946" r="3717" b="3075"/>
          <a:stretch>
            <a:fillRect/>
          </a:stretch>
        </p:blipFill>
        <p:spPr bwMode="auto">
          <a:xfrm>
            <a:off x="344173" y="2048942"/>
            <a:ext cx="6705601" cy="363778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DDA7AF04-5ADC-BCCF-5755-01A0F2471006}"/>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SD</a:t>
            </a:r>
          </a:p>
        </p:txBody>
      </p:sp>
    </p:spTree>
    <p:extLst>
      <p:ext uri="{BB962C8B-B14F-4D97-AF65-F5344CB8AC3E}">
        <p14:creationId xmlns:p14="http://schemas.microsoft.com/office/powerpoint/2010/main" val="374544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6B2AD79D-CA0C-F9D1-80A6-05ECB50E8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0B57B-8624-6C04-7F6B-9F8FB2848627}"/>
              </a:ext>
            </a:extLst>
          </p:cNvPr>
          <p:cNvSpPr>
            <a:spLocks noGrp="1"/>
          </p:cNvSpPr>
          <p:nvPr>
            <p:ph type="title"/>
          </p:nvPr>
        </p:nvSpPr>
        <p:spPr/>
        <p:txBody>
          <a:bodyPr>
            <a:normAutofit/>
          </a:bodyPr>
          <a:lstStyle/>
          <a:p>
            <a:r>
              <a:rPr lang="en-US" sz="6000" b="1">
                <a:ln w="6600">
                  <a:solidFill>
                    <a:srgbClr val="C00000"/>
                  </a:solidFill>
                  <a:prstDash val="solid"/>
                </a:ln>
                <a:solidFill>
                  <a:srgbClr val="C00000"/>
                </a:solidFill>
                <a:latin typeface="Calibri"/>
                <a:ea typeface="Calibri"/>
                <a:cs typeface="Calibri"/>
              </a:rPr>
              <a:t>ERD</a:t>
            </a:r>
            <a:endPar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2C64A36-C01A-C7B5-9CE8-33EFF4B0ED1A}"/>
              </a:ext>
            </a:extLst>
          </p:cNvPr>
          <p:cNvSpPr>
            <a:spLocks noGrp="1"/>
          </p:cNvSpPr>
          <p:nvPr>
            <p:ph type="sldNum" sz="quarter" idx="12"/>
          </p:nvPr>
        </p:nvSpPr>
        <p:spPr/>
        <p:txBody>
          <a:bodyPr/>
          <a:lstStyle/>
          <a:p>
            <a:fld id="{3EAC2F0F-33F5-5946-A138-06974BF383E0}" type="slidenum">
              <a:rPr lang="en-US" smtClean="0"/>
              <a:t>7</a:t>
            </a:fld>
            <a:endParaRPr lang="en-US"/>
          </a:p>
        </p:txBody>
      </p:sp>
      <p:sp>
        <p:nvSpPr>
          <p:cNvPr id="5" name="Rectangle 2">
            <a:extLst>
              <a:ext uri="{FF2B5EF4-FFF2-40B4-BE49-F238E27FC236}">
                <a16:creationId xmlns:a16="http://schemas.microsoft.com/office/drawing/2014/main" id="{549AFA54-900E-1294-5FD0-3A3FA3DA314B}"/>
              </a:ext>
            </a:extLst>
          </p:cNvPr>
          <p:cNvSpPr>
            <a:spLocks noChangeArrowheads="1"/>
          </p:cNvSpPr>
          <p:nvPr/>
        </p:nvSpPr>
        <p:spPr bwMode="auto">
          <a:xfrm>
            <a:off x="2614612" y="849342"/>
            <a:ext cx="1612437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 name="Slide Number Placeholder 3">
            <a:extLst>
              <a:ext uri="{FF2B5EF4-FFF2-40B4-BE49-F238E27FC236}">
                <a16:creationId xmlns:a16="http://schemas.microsoft.com/office/drawing/2014/main" id="{42338290-CDE2-B91A-C27D-CDBCDAE4C602}"/>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RS</a:t>
            </a:r>
          </a:p>
        </p:txBody>
      </p:sp>
      <p:pic>
        <p:nvPicPr>
          <p:cNvPr id="3078" name="Picture 6">
            <a:extLst>
              <a:ext uri="{FF2B5EF4-FFF2-40B4-BE49-F238E27FC236}">
                <a16:creationId xmlns:a16="http://schemas.microsoft.com/office/drawing/2014/main" id="{ECAE8E69-151D-7D7A-631A-43A344405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4251" y="365125"/>
            <a:ext cx="7473950" cy="621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788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09B5E5E5-4A30-BD08-0596-7E04FA610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7A228-66B7-1942-52B4-AB7914A3EEB4}"/>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KPIs &amp; Dashboard Design</a:t>
            </a:r>
          </a:p>
        </p:txBody>
      </p:sp>
      <p:sp>
        <p:nvSpPr>
          <p:cNvPr id="4" name="Slide Number Placeholder 3">
            <a:extLst>
              <a:ext uri="{FF2B5EF4-FFF2-40B4-BE49-F238E27FC236}">
                <a16:creationId xmlns:a16="http://schemas.microsoft.com/office/drawing/2014/main" id="{7552040F-7AD9-FE76-F683-D5D081C9E5D9}"/>
              </a:ext>
            </a:extLst>
          </p:cNvPr>
          <p:cNvSpPr>
            <a:spLocks noGrp="1"/>
          </p:cNvSpPr>
          <p:nvPr>
            <p:ph type="sldNum" sz="quarter" idx="12"/>
          </p:nvPr>
        </p:nvSpPr>
        <p:spPr/>
        <p:txBody>
          <a:bodyPr/>
          <a:lstStyle/>
          <a:p>
            <a:fld id="{3EAC2F0F-33F5-5946-A138-06974BF383E0}" type="slidenum">
              <a:rPr lang="en-US" smtClean="0"/>
              <a:t>8</a:t>
            </a:fld>
            <a:endParaRPr lang="en-US"/>
          </a:p>
        </p:txBody>
      </p:sp>
      <p:pic>
        <p:nvPicPr>
          <p:cNvPr id="5" name="Picture 4">
            <a:extLst>
              <a:ext uri="{FF2B5EF4-FFF2-40B4-BE49-F238E27FC236}">
                <a16:creationId xmlns:a16="http://schemas.microsoft.com/office/drawing/2014/main" id="{8E7D5BC0-36AA-8FFB-728C-7B288F23E48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1836"/>
          <a:stretch/>
        </p:blipFill>
        <p:spPr bwMode="auto">
          <a:xfrm>
            <a:off x="1873873" y="1662353"/>
            <a:ext cx="8444253" cy="5059122"/>
          </a:xfrm>
          <a:prstGeom prst="rect">
            <a:avLst/>
          </a:prstGeom>
          <a:ln>
            <a:noFill/>
          </a:ln>
          <a:extLst>
            <a:ext uri="{53640926-AAD7-44D8-BBD7-CCE9431645EC}">
              <a14:shadowObscured xmlns:a14="http://schemas.microsoft.com/office/drawing/2010/main"/>
            </a:ext>
          </a:extLst>
        </p:spPr>
      </p:pic>
      <p:sp>
        <p:nvSpPr>
          <p:cNvPr id="3" name="Slide Number Placeholder 3">
            <a:extLst>
              <a:ext uri="{FF2B5EF4-FFF2-40B4-BE49-F238E27FC236}">
                <a16:creationId xmlns:a16="http://schemas.microsoft.com/office/drawing/2014/main" id="{D4CFCA52-8D71-99FD-1E8E-4718BBE7AB9D}"/>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JS</a:t>
            </a:r>
          </a:p>
        </p:txBody>
      </p:sp>
    </p:spTree>
    <p:extLst>
      <p:ext uri="{BB962C8B-B14F-4D97-AF65-F5344CB8AC3E}">
        <p14:creationId xmlns:p14="http://schemas.microsoft.com/office/powerpoint/2010/main" val="116882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9F3"/>
        </a:solidFill>
        <a:effectLst/>
      </p:bgPr>
    </p:bg>
    <p:spTree>
      <p:nvGrpSpPr>
        <p:cNvPr id="1" name="">
          <a:extLst>
            <a:ext uri="{FF2B5EF4-FFF2-40B4-BE49-F238E27FC236}">
              <a16:creationId xmlns:a16="http://schemas.microsoft.com/office/drawing/2014/main" id="{575292A2-14B3-0EDD-7B4D-27A03D9E3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3A428-C926-3E58-CCBC-E220560F5838}"/>
              </a:ext>
            </a:extLst>
          </p:cNvPr>
          <p:cNvSpPr>
            <a:spLocks noGrp="1"/>
          </p:cNvSpPr>
          <p:nvPr>
            <p:ph type="title"/>
          </p:nvPr>
        </p:nvSpPr>
        <p:spPr/>
        <p:txBody>
          <a:bodyPr>
            <a:normAutofit/>
          </a:bodyPr>
          <a:lstStyle/>
          <a:p>
            <a:r>
              <a:rPr lang="en-US" sz="6000" b="1" cap="none" spc="0">
                <a:ln w="6600">
                  <a:solidFill>
                    <a:srgbClr val="C00000"/>
                  </a:solidFill>
                  <a:prstDash val="solid"/>
                </a:ln>
                <a:solidFill>
                  <a:srgbClr val="C00000"/>
                </a:solidFill>
                <a:latin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EAACE907-2681-FCC8-0776-036B1C3DAF24}"/>
              </a:ext>
            </a:extLst>
          </p:cNvPr>
          <p:cNvSpPr>
            <a:spLocks noGrp="1"/>
          </p:cNvSpPr>
          <p:nvPr>
            <p:ph idx="1"/>
          </p:nvPr>
        </p:nvSpPr>
        <p:spPr/>
        <p:txBody>
          <a:bodyPr/>
          <a:lstStyle/>
          <a:p>
            <a:r>
              <a:rPr lang="en-US"/>
              <a:t>Improving the process</a:t>
            </a:r>
          </a:p>
          <a:p>
            <a:r>
              <a:rPr lang="en-US"/>
              <a:t>User friendly </a:t>
            </a:r>
          </a:p>
          <a:p>
            <a:r>
              <a:rPr lang="en-US"/>
              <a:t>Company’s slogan</a:t>
            </a:r>
          </a:p>
        </p:txBody>
      </p:sp>
      <p:sp>
        <p:nvSpPr>
          <p:cNvPr id="5" name="Slide Number Placeholder 4">
            <a:extLst>
              <a:ext uri="{FF2B5EF4-FFF2-40B4-BE49-F238E27FC236}">
                <a16:creationId xmlns:a16="http://schemas.microsoft.com/office/drawing/2014/main" id="{64B23D59-A958-D90B-35F3-81AF5D0927F6}"/>
              </a:ext>
            </a:extLst>
          </p:cNvPr>
          <p:cNvSpPr>
            <a:spLocks noGrp="1"/>
          </p:cNvSpPr>
          <p:nvPr>
            <p:ph type="sldNum" sz="quarter" idx="12"/>
          </p:nvPr>
        </p:nvSpPr>
        <p:spPr/>
        <p:txBody>
          <a:bodyPr/>
          <a:lstStyle/>
          <a:p>
            <a:fld id="{3EAC2F0F-33F5-5946-A138-06974BF383E0}" type="slidenum">
              <a:rPr lang="en-US" smtClean="0"/>
              <a:t>9</a:t>
            </a:fld>
            <a:endParaRPr lang="en-US"/>
          </a:p>
        </p:txBody>
      </p:sp>
      <p:sp>
        <p:nvSpPr>
          <p:cNvPr id="4" name="Slide Number Placeholder 3">
            <a:extLst>
              <a:ext uri="{FF2B5EF4-FFF2-40B4-BE49-F238E27FC236}">
                <a16:creationId xmlns:a16="http://schemas.microsoft.com/office/drawing/2014/main" id="{0918990A-B7B1-820C-A662-27C5D30DAC0F}"/>
              </a:ext>
            </a:extLst>
          </p:cNvPr>
          <p:cNvSpPr txBox="1">
            <a:spLocks/>
          </p:cNvSpPr>
          <p:nvPr/>
        </p:nvSpPr>
        <p:spPr>
          <a:xfrm>
            <a:off x="320361" y="6356350"/>
            <a:ext cx="51783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JS</a:t>
            </a:r>
          </a:p>
        </p:txBody>
      </p:sp>
    </p:spTree>
    <p:extLst>
      <p:ext uri="{BB962C8B-B14F-4D97-AF65-F5344CB8AC3E}">
        <p14:creationId xmlns:p14="http://schemas.microsoft.com/office/powerpoint/2010/main" val="3987310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182</Words>
  <Application>Microsoft Macintosh PowerPoint</Application>
  <PresentationFormat>Widescreen</PresentationFormat>
  <Paragraphs>57</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Courier New,monospace</vt:lpstr>
      <vt:lpstr>Segoe UI</vt:lpstr>
      <vt:lpstr>Office Theme</vt:lpstr>
      <vt:lpstr>PowerPoint Presentation</vt:lpstr>
      <vt:lpstr>Introduction</vt:lpstr>
      <vt:lpstr>Objectives</vt:lpstr>
      <vt:lpstr>Use Case Diagram</vt:lpstr>
      <vt:lpstr>Use Case 1</vt:lpstr>
      <vt:lpstr>Use Case 1</vt:lpstr>
      <vt:lpstr>ERD</vt:lpstr>
      <vt:lpstr>KPIs &amp; Dashboard Design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Selena Dang</dc:creator>
  <cp:lastModifiedBy>Selena Dang</cp:lastModifiedBy>
  <cp:revision>1</cp:revision>
  <dcterms:created xsi:type="dcterms:W3CDTF">2025-04-25T23:12:54Z</dcterms:created>
  <dcterms:modified xsi:type="dcterms:W3CDTF">2025-04-30T21:37:28Z</dcterms:modified>
</cp:coreProperties>
</file>